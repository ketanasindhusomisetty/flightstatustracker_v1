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257" r:id="rId3"/>
    <p:sldId id="307" r:id="rId4"/>
    <p:sldId id="308" r:id="rId5"/>
    <p:sldId id="309" r:id="rId6"/>
    <p:sldId id="317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265" r:id="rId15"/>
  </p:sldIdLst>
  <p:sldSz cx="9144000" cy="5143500" type="screen16x9"/>
  <p:notesSz cx="6858000" cy="9144000"/>
  <p:embeddedFontLst>
    <p:embeddedFont>
      <p:font typeface="Limelight" panose="020B0604020202020204" charset="0"/>
      <p:regular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3A707D-931F-48A1-A474-D552683E21AD}" v="110" dt="2026-05-30T10:13:58.023"/>
  </p1510:revLst>
</p1510:revInfo>
</file>

<file path=ppt/tableStyles.xml><?xml version="1.0" encoding="utf-8"?>
<a:tblStyleLst xmlns:a="http://schemas.openxmlformats.org/drawingml/2006/main" def="{B003DDF4-C2E1-4B61-93CB-65BC4785BFE4}">
  <a:tblStyle styleId="{B003DDF4-C2E1-4B61-93CB-65BC4785BF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hu somisetty" userId="8b816867ef563522" providerId="LiveId" clId="{575940DF-810E-4AA5-B18F-BEC447ADC5EF}"/>
    <pc:docChg chg="undo custSel addSld modSld">
      <pc:chgData name="sindhu somisetty" userId="8b816867ef563522" providerId="LiveId" clId="{575940DF-810E-4AA5-B18F-BEC447ADC5EF}" dt="2026-05-30T10:13:58.023" v="194"/>
      <pc:docMkLst>
        <pc:docMk/>
      </pc:docMkLst>
      <pc:sldChg chg="modAnim">
        <pc:chgData name="sindhu somisetty" userId="8b816867ef563522" providerId="LiveId" clId="{575940DF-810E-4AA5-B18F-BEC447ADC5EF}" dt="2026-05-30T10:10:58.544" v="155"/>
        <pc:sldMkLst>
          <pc:docMk/>
          <pc:sldMk cId="0" sldId="256"/>
        </pc:sldMkLst>
      </pc:sldChg>
      <pc:sldChg chg="addSp modSp mod modAnim">
        <pc:chgData name="sindhu somisetty" userId="8b816867ef563522" providerId="LiveId" clId="{575940DF-810E-4AA5-B18F-BEC447ADC5EF}" dt="2026-05-30T10:11:21.317" v="157"/>
        <pc:sldMkLst>
          <pc:docMk/>
          <pc:sldMk cId="0" sldId="257"/>
        </pc:sldMkLst>
        <pc:spChg chg="add mod">
          <ac:chgData name="sindhu somisetty" userId="8b816867ef563522" providerId="LiveId" clId="{575940DF-810E-4AA5-B18F-BEC447ADC5EF}" dt="2026-05-30T10:05:35.717" v="119" actId="14100"/>
          <ac:spMkLst>
            <pc:docMk/>
            <pc:sldMk cId="0" sldId="257"/>
            <ac:spMk id="2" creationId="{B434FBE0-129D-FE83-6D8B-37D00295D209}"/>
          </ac:spMkLst>
        </pc:spChg>
        <pc:spChg chg="mod">
          <ac:chgData name="sindhu somisetty" userId="8b816867ef563522" providerId="LiveId" clId="{575940DF-810E-4AA5-B18F-BEC447ADC5EF}" dt="2026-05-30T10:06:00.638" v="122" actId="14100"/>
          <ac:spMkLst>
            <pc:docMk/>
            <pc:sldMk cId="0" sldId="257"/>
            <ac:spMk id="498" creationId="{00000000-0000-0000-0000-000000000000}"/>
          </ac:spMkLst>
        </pc:spChg>
        <pc:grpChg chg="mod">
          <ac:chgData name="sindhu somisetty" userId="8b816867ef563522" providerId="LiveId" clId="{575940DF-810E-4AA5-B18F-BEC447ADC5EF}" dt="2026-05-30T10:06:15.372" v="124" actId="14100"/>
          <ac:grpSpMkLst>
            <pc:docMk/>
            <pc:sldMk cId="0" sldId="257"/>
            <ac:grpSpMk id="499" creationId="{00000000-0000-0000-0000-000000000000}"/>
          </ac:grpSpMkLst>
        </pc:grpChg>
      </pc:sldChg>
      <pc:sldChg chg="modAnim">
        <pc:chgData name="sindhu somisetty" userId="8b816867ef563522" providerId="LiveId" clId="{575940DF-810E-4AA5-B18F-BEC447ADC5EF}" dt="2026-05-30T10:13:58.023" v="194"/>
        <pc:sldMkLst>
          <pc:docMk/>
          <pc:sldMk cId="0" sldId="265"/>
        </pc:sldMkLst>
      </pc:sldChg>
      <pc:sldChg chg="modAnim">
        <pc:chgData name="sindhu somisetty" userId="8b816867ef563522" providerId="LiveId" clId="{575940DF-810E-4AA5-B18F-BEC447ADC5EF}" dt="2026-05-30T10:11:28.403" v="159"/>
        <pc:sldMkLst>
          <pc:docMk/>
          <pc:sldMk cId="3909620665" sldId="307"/>
        </pc:sldMkLst>
      </pc:sldChg>
      <pc:sldChg chg="modAnim">
        <pc:chgData name="sindhu somisetty" userId="8b816867ef563522" providerId="LiveId" clId="{575940DF-810E-4AA5-B18F-BEC447ADC5EF}" dt="2026-05-30T10:11:33.571" v="161"/>
        <pc:sldMkLst>
          <pc:docMk/>
          <pc:sldMk cId="4250249950" sldId="308"/>
        </pc:sldMkLst>
      </pc:sldChg>
      <pc:sldChg chg="modAnim">
        <pc:chgData name="sindhu somisetty" userId="8b816867ef563522" providerId="LiveId" clId="{575940DF-810E-4AA5-B18F-BEC447ADC5EF}" dt="2026-05-30T10:11:39.258" v="163"/>
        <pc:sldMkLst>
          <pc:docMk/>
          <pc:sldMk cId="321003061" sldId="309"/>
        </pc:sldMkLst>
      </pc:sldChg>
      <pc:sldChg chg="addSp delSp modSp mod delAnim modAnim">
        <pc:chgData name="sindhu somisetty" userId="8b816867ef563522" providerId="LiveId" clId="{575940DF-810E-4AA5-B18F-BEC447ADC5EF}" dt="2026-05-30T10:12:14.239" v="168"/>
        <pc:sldMkLst>
          <pc:docMk/>
          <pc:sldMk cId="601941241" sldId="310"/>
        </pc:sldMkLst>
        <pc:picChg chg="add mod">
          <ac:chgData name="sindhu somisetty" userId="8b816867ef563522" providerId="LiveId" clId="{575940DF-810E-4AA5-B18F-BEC447ADC5EF}" dt="2026-05-23T07:48:55.602" v="44" actId="1076"/>
          <ac:picMkLst>
            <pc:docMk/>
            <pc:sldMk cId="601941241" sldId="310"/>
            <ac:picMk id="3" creationId="{64187566-A29F-2D55-F40E-AB2046E93800}"/>
          </ac:picMkLst>
        </pc:picChg>
      </pc:sldChg>
      <pc:sldChg chg="addSp delSp modSp mod delAnim modAnim">
        <pc:chgData name="sindhu somisetty" userId="8b816867ef563522" providerId="LiveId" clId="{575940DF-810E-4AA5-B18F-BEC447ADC5EF}" dt="2026-05-30T10:12:31.211" v="173"/>
        <pc:sldMkLst>
          <pc:docMk/>
          <pc:sldMk cId="663889291" sldId="311"/>
        </pc:sldMkLst>
        <pc:picChg chg="add mod">
          <ac:chgData name="sindhu somisetty" userId="8b816867ef563522" providerId="LiveId" clId="{575940DF-810E-4AA5-B18F-BEC447ADC5EF}" dt="2026-05-23T07:49:56.239" v="53" actId="1076"/>
          <ac:picMkLst>
            <pc:docMk/>
            <pc:sldMk cId="663889291" sldId="311"/>
            <ac:picMk id="6" creationId="{0DE3C46D-272A-B4A7-0A24-9267E5FD93FF}"/>
          </ac:picMkLst>
        </pc:picChg>
        <pc:picChg chg="add mod">
          <ac:chgData name="sindhu somisetty" userId="8b816867ef563522" providerId="LiveId" clId="{575940DF-810E-4AA5-B18F-BEC447ADC5EF}" dt="2026-05-23T07:50:53.408" v="62" actId="1076"/>
          <ac:picMkLst>
            <pc:docMk/>
            <pc:sldMk cId="663889291" sldId="311"/>
            <ac:picMk id="9" creationId="{FC6A8294-2776-3E4A-200B-7FBEFF7FB993}"/>
          </ac:picMkLst>
        </pc:picChg>
      </pc:sldChg>
      <pc:sldChg chg="addSp delSp modSp mod delAnim modAnim">
        <pc:chgData name="sindhu somisetty" userId="8b816867ef563522" providerId="LiveId" clId="{575940DF-810E-4AA5-B18F-BEC447ADC5EF}" dt="2026-05-30T10:12:43.063" v="178"/>
        <pc:sldMkLst>
          <pc:docMk/>
          <pc:sldMk cId="1116959127" sldId="312"/>
        </pc:sldMkLst>
        <pc:picChg chg="add mod">
          <ac:chgData name="sindhu somisetty" userId="8b816867ef563522" providerId="LiveId" clId="{575940DF-810E-4AA5-B18F-BEC447ADC5EF}" dt="2026-05-23T07:51:56.283" v="70"/>
          <ac:picMkLst>
            <pc:docMk/>
            <pc:sldMk cId="1116959127" sldId="312"/>
            <ac:picMk id="3" creationId="{FC123336-4F77-8224-044F-DA153A37E615}"/>
          </ac:picMkLst>
        </pc:picChg>
        <pc:picChg chg="add mod">
          <ac:chgData name="sindhu somisetty" userId="8b816867ef563522" providerId="LiveId" clId="{575940DF-810E-4AA5-B18F-BEC447ADC5EF}" dt="2026-05-23T07:52:48.466" v="78" actId="1076"/>
          <ac:picMkLst>
            <pc:docMk/>
            <pc:sldMk cId="1116959127" sldId="312"/>
            <ac:picMk id="6" creationId="{D6F5D1E4-14FD-7D47-62F3-4D6D18C6BB10}"/>
          </ac:picMkLst>
        </pc:picChg>
      </pc:sldChg>
      <pc:sldChg chg="addSp delSp modSp mod delAnim modAnim">
        <pc:chgData name="sindhu somisetty" userId="8b816867ef563522" providerId="LiveId" clId="{575940DF-810E-4AA5-B18F-BEC447ADC5EF}" dt="2026-05-30T10:12:51.144" v="181"/>
        <pc:sldMkLst>
          <pc:docMk/>
          <pc:sldMk cId="1604041055" sldId="313"/>
        </pc:sldMkLst>
        <pc:picChg chg="add mod">
          <ac:chgData name="sindhu somisetty" userId="8b816867ef563522" providerId="LiveId" clId="{575940DF-810E-4AA5-B18F-BEC447ADC5EF}" dt="2026-05-23T07:54:04.302" v="92"/>
          <ac:picMkLst>
            <pc:docMk/>
            <pc:sldMk cId="1604041055" sldId="313"/>
            <ac:picMk id="8" creationId="{03D71658-1619-9543-EA14-5F038D442382}"/>
          </ac:picMkLst>
        </pc:picChg>
      </pc:sldChg>
      <pc:sldChg chg="addSp delSp modSp mod modAnim">
        <pc:chgData name="sindhu somisetty" userId="8b816867ef563522" providerId="LiveId" clId="{575940DF-810E-4AA5-B18F-BEC447ADC5EF}" dt="2026-05-30T10:13:36.565" v="189"/>
        <pc:sldMkLst>
          <pc:docMk/>
          <pc:sldMk cId="1704193002" sldId="314"/>
        </pc:sldMkLst>
        <pc:spChg chg="mod">
          <ac:chgData name="sindhu somisetty" userId="8b816867ef563522" providerId="LiveId" clId="{575940DF-810E-4AA5-B18F-BEC447ADC5EF}" dt="2026-05-30T10:13:05.226" v="184" actId="1076"/>
          <ac:spMkLst>
            <pc:docMk/>
            <pc:sldMk cId="1704193002" sldId="314"/>
            <ac:spMk id="497" creationId="{867537E9-3985-B318-9EFF-08F9A45B853A}"/>
          </ac:spMkLst>
        </pc:spChg>
        <pc:picChg chg="add mod">
          <ac:chgData name="sindhu somisetty" userId="8b816867ef563522" providerId="LiveId" clId="{575940DF-810E-4AA5-B18F-BEC447ADC5EF}" dt="2026-05-30T10:01:51.185" v="116" actId="1076"/>
          <ac:picMkLst>
            <pc:docMk/>
            <pc:sldMk cId="1704193002" sldId="314"/>
            <ac:picMk id="4" creationId="{515F2CA9-4418-6C80-93B2-004136823530}"/>
          </ac:picMkLst>
        </pc:picChg>
        <pc:picChg chg="add mod">
          <ac:chgData name="sindhu somisetty" userId="8b816867ef563522" providerId="LiveId" clId="{575940DF-810E-4AA5-B18F-BEC447ADC5EF}" dt="2026-05-23T07:55:38.320" v="105" actId="1076"/>
          <ac:picMkLst>
            <pc:docMk/>
            <pc:sldMk cId="1704193002" sldId="314"/>
            <ac:picMk id="12" creationId="{C525A8F9-8B64-3DE4-A278-79F3BCA62C67}"/>
          </ac:picMkLst>
        </pc:picChg>
      </pc:sldChg>
      <pc:sldChg chg="modSp modAnim">
        <pc:chgData name="sindhu somisetty" userId="8b816867ef563522" providerId="LiveId" clId="{575940DF-810E-4AA5-B18F-BEC447ADC5EF}" dt="2026-05-30T10:13:45.095" v="191"/>
        <pc:sldMkLst>
          <pc:docMk/>
          <pc:sldMk cId="1033900167" sldId="315"/>
        </pc:sldMkLst>
        <pc:spChg chg="mod">
          <ac:chgData name="sindhu somisetty" userId="8b816867ef563522" providerId="LiveId" clId="{575940DF-810E-4AA5-B18F-BEC447ADC5EF}" dt="2026-05-23T07:58:29.995" v="109" actId="207"/>
          <ac:spMkLst>
            <pc:docMk/>
            <pc:sldMk cId="1033900167" sldId="315"/>
            <ac:spMk id="3" creationId="{C8918F8B-8BB6-CA03-50EC-FBC0E4CA3AC0}"/>
          </ac:spMkLst>
        </pc:spChg>
      </pc:sldChg>
      <pc:sldChg chg="modSp mod modAnim">
        <pc:chgData name="sindhu somisetty" userId="8b816867ef563522" providerId="LiveId" clId="{575940DF-810E-4AA5-B18F-BEC447ADC5EF}" dt="2026-05-30T10:13:52.823" v="193"/>
        <pc:sldMkLst>
          <pc:docMk/>
          <pc:sldMk cId="1738090889" sldId="316"/>
        </pc:sldMkLst>
        <pc:spChg chg="mod">
          <ac:chgData name="sindhu somisetty" userId="8b816867ef563522" providerId="LiveId" clId="{575940DF-810E-4AA5-B18F-BEC447ADC5EF}" dt="2026-05-30T10:06:58.132" v="127" actId="14100"/>
          <ac:spMkLst>
            <pc:docMk/>
            <pc:sldMk cId="1738090889" sldId="316"/>
            <ac:spMk id="498" creationId="{8A58165C-69EE-71A2-5EB9-D5B5B8C53E81}"/>
          </ac:spMkLst>
        </pc:spChg>
      </pc:sldChg>
      <pc:sldChg chg="addSp delSp modSp add mod modAnim">
        <pc:chgData name="sindhu somisetty" userId="8b816867ef563522" providerId="LiveId" clId="{575940DF-810E-4AA5-B18F-BEC447ADC5EF}" dt="2026-05-30T10:11:45.896" v="165"/>
        <pc:sldMkLst>
          <pc:docMk/>
          <pc:sldMk cId="186858450" sldId="317"/>
        </pc:sldMkLst>
        <pc:spChg chg="add mod">
          <ac:chgData name="sindhu somisetty" userId="8b816867ef563522" providerId="LiveId" clId="{575940DF-810E-4AA5-B18F-BEC447ADC5EF}" dt="2026-05-23T07:46:11.214" v="33" actId="255"/>
          <ac:spMkLst>
            <pc:docMk/>
            <pc:sldMk cId="186858450" sldId="317"/>
            <ac:spMk id="2" creationId="{583283F5-C91A-805B-1C24-E9EB037D1A83}"/>
          </ac:spMkLst>
        </pc:spChg>
        <pc:spChg chg="mod">
          <ac:chgData name="sindhu somisetty" userId="8b816867ef563522" providerId="LiveId" clId="{575940DF-810E-4AA5-B18F-BEC447ADC5EF}" dt="2026-05-23T07:44:44.953" v="25" actId="1076"/>
          <ac:spMkLst>
            <pc:docMk/>
            <pc:sldMk cId="186858450" sldId="317"/>
            <ac:spMk id="497" creationId="{24EA5E0F-EFFF-9F42-CA83-9A6B0B0968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69e31394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69e31394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114A02C-8686-0A74-70DC-B1BD1E37B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A4750B2F-AB2A-8396-D506-DDE65E955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101B3F03-7615-1888-2DCF-217653B00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49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BA8231E-7699-4149-B8DB-60E300A5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6969E7E9-9A78-A686-FC13-9B6FD741D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56B26A5E-C3B2-CF49-EBB4-BA7DA1BBA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254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A4204A-6FC8-A18D-C2C2-2CC4CA41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26A27719-F85A-BE88-C4C9-6053C679C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EB345D82-65D5-408E-E863-FA6FF85D5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15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DAC0732-60AE-C011-F2BB-4FC3A5AB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02EAC81D-4393-BDB3-2FF0-7CF821A90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6D284E08-D15A-AE4F-C025-EDF5AC7FD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63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54A77CC-3E82-EB8E-0BAC-1D4DADD7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5CC1F317-667B-C193-048A-5A1C524BF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CE58D25C-687C-4063-0AF7-F7774A2EE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699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54E356C-3712-86D7-CB3D-B0560539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4E3022FB-8DF7-9346-68EC-1485F97C6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9D9219EA-A867-7EBB-E917-82B6C9C52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979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439C6A3-B444-6774-8B10-6005ABD5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950F1507-6D54-E6A0-9184-29B97F980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892C5CD3-D8DA-7DA5-544A-624793194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825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21DA1DC-0E39-47A5-E584-872B5A9B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084A530F-4210-EB9D-FC77-303E33AA5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D151D648-6781-DA51-4118-54BDD4CCB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38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555E9C5-4E94-99E8-D8BB-1711147E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ABB9C4EE-0893-6285-0864-66DA9041E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09873BF2-FCAF-FE7B-AB75-F36C3706D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098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B4BEC8-10DE-8AE6-CAA9-DCB53965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A85F795C-A79B-DA65-814D-AFB3B9645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F7B96136-B956-0C78-CFEE-EC0AB3E34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23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20B7C1E-218F-E661-6188-C31669E3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e1da39008e_0_113:notes">
            <a:extLst>
              <a:ext uri="{FF2B5EF4-FFF2-40B4-BE49-F238E27FC236}">
                <a16:creationId xmlns:a16="http://schemas.microsoft.com/office/drawing/2014/main" id="{193EC8D2-02C9-27FC-AFBF-9DE5629013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e1da39008e_0_113:notes">
            <a:extLst>
              <a:ext uri="{FF2B5EF4-FFF2-40B4-BE49-F238E27FC236}">
                <a16:creationId xmlns:a16="http://schemas.microsoft.com/office/drawing/2014/main" id="{2BAC0DB6-00B3-7C73-4195-7EDC424BC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410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6f45d4e6e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6f45d4e6e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294950" y="3992625"/>
            <a:ext cx="1218020" cy="174039"/>
          </a:xfrm>
          <a:custGeom>
            <a:avLst/>
            <a:gdLst/>
            <a:ahLst/>
            <a:cxnLst/>
            <a:rect l="l" t="t" r="r" b="b"/>
            <a:pathLst>
              <a:path w="68737" h="9823" extrusionOk="0">
                <a:moveTo>
                  <a:pt x="34359" y="1"/>
                </a:moveTo>
                <a:cubicBezTo>
                  <a:pt x="29155" y="1"/>
                  <a:pt x="23966" y="1798"/>
                  <a:pt x="20445" y="5333"/>
                </a:cubicBezTo>
                <a:cubicBezTo>
                  <a:pt x="18341" y="3725"/>
                  <a:pt x="16532" y="3094"/>
                  <a:pt x="14929" y="3094"/>
                </a:cubicBezTo>
                <a:cubicBezTo>
                  <a:pt x="12135" y="3094"/>
                  <a:pt x="9969" y="5012"/>
                  <a:pt x="7965" y="7016"/>
                </a:cubicBezTo>
                <a:cubicBezTo>
                  <a:pt x="6911" y="6676"/>
                  <a:pt x="5985" y="6535"/>
                  <a:pt x="5173" y="6535"/>
                </a:cubicBezTo>
                <a:cubicBezTo>
                  <a:pt x="1265" y="6535"/>
                  <a:pt x="1" y="9796"/>
                  <a:pt x="1" y="9796"/>
                </a:cubicBezTo>
                <a:lnTo>
                  <a:pt x="68737" y="9822"/>
                </a:lnTo>
                <a:cubicBezTo>
                  <a:pt x="68737" y="9822"/>
                  <a:pt x="67452" y="6537"/>
                  <a:pt x="63529" y="6537"/>
                </a:cubicBezTo>
                <a:cubicBezTo>
                  <a:pt x="62718" y="6537"/>
                  <a:pt x="61794" y="6677"/>
                  <a:pt x="60746" y="7016"/>
                </a:cubicBezTo>
                <a:cubicBezTo>
                  <a:pt x="58742" y="5012"/>
                  <a:pt x="56565" y="3094"/>
                  <a:pt x="53763" y="3094"/>
                </a:cubicBezTo>
                <a:cubicBezTo>
                  <a:pt x="52156" y="3094"/>
                  <a:pt x="50343" y="3725"/>
                  <a:pt x="48239" y="5333"/>
                </a:cubicBezTo>
                <a:cubicBezTo>
                  <a:pt x="44665" y="1758"/>
                  <a:pt x="39505" y="1"/>
                  <a:pt x="34359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786152" y="236974"/>
            <a:ext cx="2724649" cy="432599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890210" y="2464424"/>
            <a:ext cx="2480612" cy="2208894"/>
          </a:xfrm>
          <a:custGeom>
            <a:avLst/>
            <a:gdLst/>
            <a:ahLst/>
            <a:cxnLst/>
            <a:rect l="l" t="t" r="r" b="b"/>
            <a:pathLst>
              <a:path w="25407" h="22624" extrusionOk="0">
                <a:moveTo>
                  <a:pt x="1" y="1129"/>
                </a:moveTo>
                <a:cubicBezTo>
                  <a:pt x="1" y="1129"/>
                  <a:pt x="7058" y="0"/>
                  <a:pt x="11494" y="9625"/>
                </a:cubicBezTo>
                <a:cubicBezTo>
                  <a:pt x="16441" y="9625"/>
                  <a:pt x="19156" y="13725"/>
                  <a:pt x="19156" y="18335"/>
                </a:cubicBezTo>
                <a:cubicBezTo>
                  <a:pt x="23498" y="18335"/>
                  <a:pt x="25407" y="22623"/>
                  <a:pt x="25407" y="22623"/>
                </a:cubicBezTo>
                <a:lnTo>
                  <a:pt x="1" y="2262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081923" y="2813075"/>
            <a:ext cx="2090160" cy="1860258"/>
          </a:xfrm>
          <a:custGeom>
            <a:avLst/>
            <a:gdLst/>
            <a:ahLst/>
            <a:cxnLst/>
            <a:rect l="l" t="t" r="r" b="b"/>
            <a:pathLst>
              <a:path w="25420" h="22624" extrusionOk="0">
                <a:moveTo>
                  <a:pt x="25406" y="1129"/>
                </a:moveTo>
                <a:cubicBezTo>
                  <a:pt x="25406" y="1129"/>
                  <a:pt x="18349" y="0"/>
                  <a:pt x="13913" y="9625"/>
                </a:cubicBezTo>
                <a:cubicBezTo>
                  <a:pt x="8966" y="9625"/>
                  <a:pt x="6251" y="13725"/>
                  <a:pt x="6251" y="18335"/>
                </a:cubicBezTo>
                <a:cubicBezTo>
                  <a:pt x="1909" y="18335"/>
                  <a:pt x="0" y="22623"/>
                  <a:pt x="0" y="22623"/>
                </a:cubicBezTo>
                <a:lnTo>
                  <a:pt x="25419" y="22623"/>
                </a:lnTo>
                <a:lnTo>
                  <a:pt x="25419" y="1129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271180" y="81668"/>
            <a:ext cx="2620355" cy="916503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052782" y="5"/>
            <a:ext cx="2478466" cy="868334"/>
          </a:xfrm>
          <a:custGeom>
            <a:avLst/>
            <a:gdLst/>
            <a:ahLst/>
            <a:cxnLst/>
            <a:rect l="l" t="t" r="r" b="b"/>
            <a:pathLst>
              <a:path w="25326" h="8873" extrusionOk="0">
                <a:moveTo>
                  <a:pt x="1" y="1305"/>
                </a:moveTo>
                <a:cubicBezTo>
                  <a:pt x="1" y="1305"/>
                  <a:pt x="4706" y="1"/>
                  <a:pt x="10284" y="5579"/>
                </a:cubicBezTo>
                <a:cubicBezTo>
                  <a:pt x="14518" y="2353"/>
                  <a:pt x="17140" y="4504"/>
                  <a:pt x="19465" y="6816"/>
                </a:cubicBezTo>
                <a:cubicBezTo>
                  <a:pt x="23968" y="5378"/>
                  <a:pt x="25326" y="8873"/>
                  <a:pt x="25326" y="8873"/>
                </a:cubicBezTo>
                <a:lnTo>
                  <a:pt x="1" y="887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4506849" y="1695088"/>
            <a:ext cx="4118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 idx="2"/>
          </p:nvPr>
        </p:nvSpPr>
        <p:spPr>
          <a:xfrm>
            <a:off x="4445050" y="3095675"/>
            <a:ext cx="42417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1600" b="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4664225"/>
            <a:ext cx="9144000" cy="47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828200" y="4924738"/>
            <a:ext cx="1987589" cy="315579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-369050" y="3776113"/>
            <a:ext cx="1760006" cy="1567221"/>
          </a:xfrm>
          <a:custGeom>
            <a:avLst/>
            <a:gdLst/>
            <a:ahLst/>
            <a:cxnLst/>
            <a:rect l="l" t="t" r="r" b="b"/>
            <a:pathLst>
              <a:path w="25407" h="22624" extrusionOk="0">
                <a:moveTo>
                  <a:pt x="1" y="1129"/>
                </a:moveTo>
                <a:cubicBezTo>
                  <a:pt x="1" y="1129"/>
                  <a:pt x="7058" y="0"/>
                  <a:pt x="11494" y="9625"/>
                </a:cubicBezTo>
                <a:cubicBezTo>
                  <a:pt x="16441" y="9625"/>
                  <a:pt x="19156" y="13725"/>
                  <a:pt x="19156" y="18335"/>
                </a:cubicBezTo>
                <a:cubicBezTo>
                  <a:pt x="23498" y="18335"/>
                  <a:pt x="25407" y="22623"/>
                  <a:pt x="25407" y="22623"/>
                </a:cubicBezTo>
                <a:lnTo>
                  <a:pt x="1" y="2262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701850" y="3906450"/>
            <a:ext cx="1449258" cy="1289851"/>
          </a:xfrm>
          <a:custGeom>
            <a:avLst/>
            <a:gdLst/>
            <a:ahLst/>
            <a:cxnLst/>
            <a:rect l="l" t="t" r="r" b="b"/>
            <a:pathLst>
              <a:path w="25420" h="22624" extrusionOk="0">
                <a:moveTo>
                  <a:pt x="25406" y="1129"/>
                </a:moveTo>
                <a:cubicBezTo>
                  <a:pt x="25406" y="1129"/>
                  <a:pt x="18349" y="0"/>
                  <a:pt x="13913" y="9625"/>
                </a:cubicBezTo>
                <a:cubicBezTo>
                  <a:pt x="8966" y="9625"/>
                  <a:pt x="6251" y="13725"/>
                  <a:pt x="6251" y="18335"/>
                </a:cubicBezTo>
                <a:cubicBezTo>
                  <a:pt x="1909" y="18335"/>
                  <a:pt x="0" y="22623"/>
                  <a:pt x="0" y="22623"/>
                </a:cubicBezTo>
                <a:lnTo>
                  <a:pt x="25419" y="22623"/>
                </a:lnTo>
                <a:lnTo>
                  <a:pt x="25419" y="1129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561880" y="193922"/>
            <a:ext cx="2620355" cy="916503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-140462" y="337203"/>
            <a:ext cx="1449280" cy="507757"/>
          </a:xfrm>
          <a:custGeom>
            <a:avLst/>
            <a:gdLst/>
            <a:ahLst/>
            <a:cxnLst/>
            <a:rect l="l" t="t" r="r" b="b"/>
            <a:pathLst>
              <a:path w="25326" h="8873" extrusionOk="0">
                <a:moveTo>
                  <a:pt x="1" y="1305"/>
                </a:moveTo>
                <a:cubicBezTo>
                  <a:pt x="1" y="1305"/>
                  <a:pt x="4706" y="1"/>
                  <a:pt x="10284" y="5579"/>
                </a:cubicBezTo>
                <a:cubicBezTo>
                  <a:pt x="14518" y="2353"/>
                  <a:pt x="17140" y="4504"/>
                  <a:pt x="19465" y="6816"/>
                </a:cubicBezTo>
                <a:cubicBezTo>
                  <a:pt x="23968" y="5378"/>
                  <a:pt x="25326" y="8873"/>
                  <a:pt x="25326" y="8873"/>
                </a:cubicBezTo>
                <a:lnTo>
                  <a:pt x="1" y="887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555375" y="-40475"/>
            <a:ext cx="1675992" cy="234393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781650" y="-244100"/>
            <a:ext cx="7580700" cy="1303550"/>
            <a:chOff x="781650" y="-244100"/>
            <a:chExt cx="7580700" cy="1303550"/>
          </a:xfrm>
        </p:grpSpPr>
        <p:sp>
          <p:nvSpPr>
            <p:cNvPr id="35" name="Google Shape;35;p4"/>
            <p:cNvSpPr/>
            <p:nvPr/>
          </p:nvSpPr>
          <p:spPr>
            <a:xfrm>
              <a:off x="781650" y="395550"/>
              <a:ext cx="7580700" cy="6639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32500" y="445025"/>
              <a:ext cx="7479000" cy="5727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7095638" y="-244100"/>
              <a:ext cx="53100" cy="6639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995263" y="-244100"/>
              <a:ext cx="53100" cy="6639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717525" y="1102625"/>
            <a:ext cx="7708800" cy="3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4"/>
          <p:cNvGrpSpPr/>
          <p:nvPr/>
        </p:nvGrpSpPr>
        <p:grpSpPr>
          <a:xfrm>
            <a:off x="1158600" y="987301"/>
            <a:ext cx="6826800" cy="4159980"/>
            <a:chOff x="1168975" y="987301"/>
            <a:chExt cx="6826800" cy="4159980"/>
          </a:xfrm>
        </p:grpSpPr>
        <p:sp>
          <p:nvSpPr>
            <p:cNvPr id="280" name="Google Shape;280;p24"/>
            <p:cNvSpPr/>
            <p:nvPr/>
          </p:nvSpPr>
          <p:spPr>
            <a:xfrm>
              <a:off x="3371200" y="2114881"/>
              <a:ext cx="74400" cy="3032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5765675" y="2114881"/>
              <a:ext cx="74400" cy="3032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1168975" y="987301"/>
              <a:ext cx="6826800" cy="2259900"/>
            </a:xfrm>
            <a:prstGeom prst="roundRect">
              <a:avLst>
                <a:gd name="adj" fmla="val 771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1272906" y="1093846"/>
              <a:ext cx="6610800" cy="2041500"/>
            </a:xfrm>
            <a:prstGeom prst="roundRect">
              <a:avLst>
                <a:gd name="adj" fmla="val 771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1857775" y="1848548"/>
            <a:ext cx="5475000" cy="7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 idx="2" hasCustomPrompt="1"/>
          </p:nvPr>
        </p:nvSpPr>
        <p:spPr>
          <a:xfrm>
            <a:off x="3741625" y="1030491"/>
            <a:ext cx="1707300" cy="10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1"/>
          </p:nvPr>
        </p:nvSpPr>
        <p:spPr>
          <a:xfrm>
            <a:off x="1520200" y="2494889"/>
            <a:ext cx="6091200" cy="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-7104" y="2063079"/>
            <a:ext cx="3511946" cy="3127259"/>
          </a:xfrm>
          <a:custGeom>
            <a:avLst/>
            <a:gdLst/>
            <a:ahLst/>
            <a:cxnLst/>
            <a:rect l="l" t="t" r="r" b="b"/>
            <a:pathLst>
              <a:path w="25407" h="22624" extrusionOk="0">
                <a:moveTo>
                  <a:pt x="1" y="1129"/>
                </a:moveTo>
                <a:cubicBezTo>
                  <a:pt x="1" y="1129"/>
                  <a:pt x="7058" y="0"/>
                  <a:pt x="11494" y="9625"/>
                </a:cubicBezTo>
                <a:cubicBezTo>
                  <a:pt x="16441" y="9625"/>
                  <a:pt x="19156" y="13725"/>
                  <a:pt x="19156" y="18335"/>
                </a:cubicBezTo>
                <a:cubicBezTo>
                  <a:pt x="23498" y="18335"/>
                  <a:pt x="25407" y="22623"/>
                  <a:pt x="25407" y="22623"/>
                </a:cubicBezTo>
                <a:lnTo>
                  <a:pt x="1" y="2262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7455403" y="4093211"/>
            <a:ext cx="1688587" cy="1502856"/>
          </a:xfrm>
          <a:custGeom>
            <a:avLst/>
            <a:gdLst/>
            <a:ahLst/>
            <a:cxnLst/>
            <a:rect l="l" t="t" r="r" b="b"/>
            <a:pathLst>
              <a:path w="25420" h="22624" extrusionOk="0">
                <a:moveTo>
                  <a:pt x="25406" y="1129"/>
                </a:moveTo>
                <a:cubicBezTo>
                  <a:pt x="25406" y="1129"/>
                  <a:pt x="18349" y="0"/>
                  <a:pt x="13913" y="9625"/>
                </a:cubicBezTo>
                <a:cubicBezTo>
                  <a:pt x="8966" y="9625"/>
                  <a:pt x="6251" y="13725"/>
                  <a:pt x="6251" y="18335"/>
                </a:cubicBezTo>
                <a:cubicBezTo>
                  <a:pt x="1909" y="18335"/>
                  <a:pt x="0" y="22623"/>
                  <a:pt x="0" y="22623"/>
                </a:cubicBezTo>
                <a:lnTo>
                  <a:pt x="25419" y="22623"/>
                </a:lnTo>
                <a:lnTo>
                  <a:pt x="25419" y="1129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-7125" y="143678"/>
            <a:ext cx="1449280" cy="507757"/>
          </a:xfrm>
          <a:custGeom>
            <a:avLst/>
            <a:gdLst/>
            <a:ahLst/>
            <a:cxnLst/>
            <a:rect l="l" t="t" r="r" b="b"/>
            <a:pathLst>
              <a:path w="25326" h="8873" extrusionOk="0">
                <a:moveTo>
                  <a:pt x="1" y="1305"/>
                </a:moveTo>
                <a:cubicBezTo>
                  <a:pt x="1" y="1305"/>
                  <a:pt x="4706" y="1"/>
                  <a:pt x="10284" y="5579"/>
                </a:cubicBezTo>
                <a:cubicBezTo>
                  <a:pt x="14518" y="2353"/>
                  <a:pt x="17140" y="4504"/>
                  <a:pt x="19465" y="6816"/>
                </a:cubicBezTo>
                <a:cubicBezTo>
                  <a:pt x="23968" y="5378"/>
                  <a:pt x="25326" y="8873"/>
                  <a:pt x="25326" y="8873"/>
                </a:cubicBezTo>
                <a:lnTo>
                  <a:pt x="1" y="887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6666337" y="-199550"/>
            <a:ext cx="3068026" cy="1073082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0" y="4664225"/>
            <a:ext cx="9144000" cy="47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/>
          <p:nvPr/>
        </p:nvSpPr>
        <p:spPr>
          <a:xfrm>
            <a:off x="6012630" y="-468024"/>
            <a:ext cx="3915937" cy="1369650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1"/>
          <p:cNvSpPr/>
          <p:nvPr/>
        </p:nvSpPr>
        <p:spPr>
          <a:xfrm>
            <a:off x="-619551" y="3454488"/>
            <a:ext cx="2482327" cy="2210478"/>
          </a:xfrm>
          <a:custGeom>
            <a:avLst/>
            <a:gdLst/>
            <a:ahLst/>
            <a:cxnLst/>
            <a:rect l="l" t="t" r="r" b="b"/>
            <a:pathLst>
              <a:path w="25407" h="22624" extrusionOk="0">
                <a:moveTo>
                  <a:pt x="1" y="1129"/>
                </a:moveTo>
                <a:cubicBezTo>
                  <a:pt x="1" y="1129"/>
                  <a:pt x="7058" y="0"/>
                  <a:pt x="11494" y="9625"/>
                </a:cubicBezTo>
                <a:cubicBezTo>
                  <a:pt x="16441" y="9625"/>
                  <a:pt x="19156" y="13725"/>
                  <a:pt x="19156" y="18335"/>
                </a:cubicBezTo>
                <a:cubicBezTo>
                  <a:pt x="23498" y="18335"/>
                  <a:pt x="25407" y="22623"/>
                  <a:pt x="25407" y="22623"/>
                </a:cubicBezTo>
                <a:lnTo>
                  <a:pt x="1" y="2262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6824396" y="3192234"/>
            <a:ext cx="2798869" cy="2491016"/>
          </a:xfrm>
          <a:custGeom>
            <a:avLst/>
            <a:gdLst/>
            <a:ahLst/>
            <a:cxnLst/>
            <a:rect l="l" t="t" r="r" b="b"/>
            <a:pathLst>
              <a:path w="25420" h="22624" extrusionOk="0">
                <a:moveTo>
                  <a:pt x="25406" y="1129"/>
                </a:moveTo>
                <a:cubicBezTo>
                  <a:pt x="25406" y="1129"/>
                  <a:pt x="18349" y="0"/>
                  <a:pt x="13913" y="9625"/>
                </a:cubicBezTo>
                <a:cubicBezTo>
                  <a:pt x="8966" y="9625"/>
                  <a:pt x="6251" y="13725"/>
                  <a:pt x="6251" y="18335"/>
                </a:cubicBezTo>
                <a:cubicBezTo>
                  <a:pt x="1909" y="18335"/>
                  <a:pt x="0" y="22623"/>
                  <a:pt x="0" y="22623"/>
                </a:cubicBezTo>
                <a:lnTo>
                  <a:pt x="25419" y="22623"/>
                </a:lnTo>
                <a:lnTo>
                  <a:pt x="25419" y="1129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1"/>
          <p:cNvSpPr/>
          <p:nvPr/>
        </p:nvSpPr>
        <p:spPr>
          <a:xfrm flipH="1">
            <a:off x="-2420250" y="445013"/>
            <a:ext cx="3509803" cy="1227599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8510675" y="1672588"/>
            <a:ext cx="1987589" cy="315579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/>
          <p:nvPr/>
        </p:nvSpPr>
        <p:spPr>
          <a:xfrm>
            <a:off x="5228055" y="3805201"/>
            <a:ext cx="3915937" cy="1369650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2"/>
          <p:cNvSpPr/>
          <p:nvPr/>
        </p:nvSpPr>
        <p:spPr>
          <a:xfrm>
            <a:off x="11" y="2964363"/>
            <a:ext cx="2482327" cy="2210478"/>
          </a:xfrm>
          <a:custGeom>
            <a:avLst/>
            <a:gdLst/>
            <a:ahLst/>
            <a:cxnLst/>
            <a:rect l="l" t="t" r="r" b="b"/>
            <a:pathLst>
              <a:path w="25407" h="22624" extrusionOk="0">
                <a:moveTo>
                  <a:pt x="1" y="1129"/>
                </a:moveTo>
                <a:cubicBezTo>
                  <a:pt x="1" y="1129"/>
                  <a:pt x="7058" y="0"/>
                  <a:pt x="11494" y="9625"/>
                </a:cubicBezTo>
                <a:cubicBezTo>
                  <a:pt x="16441" y="9625"/>
                  <a:pt x="19156" y="13725"/>
                  <a:pt x="19156" y="18335"/>
                </a:cubicBezTo>
                <a:cubicBezTo>
                  <a:pt x="23498" y="18335"/>
                  <a:pt x="25407" y="22623"/>
                  <a:pt x="25407" y="22623"/>
                </a:cubicBezTo>
                <a:lnTo>
                  <a:pt x="1" y="2262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2"/>
          <p:cNvSpPr/>
          <p:nvPr/>
        </p:nvSpPr>
        <p:spPr>
          <a:xfrm rot="10800000" flipH="1">
            <a:off x="6345121" y="9"/>
            <a:ext cx="2798869" cy="2491016"/>
          </a:xfrm>
          <a:custGeom>
            <a:avLst/>
            <a:gdLst/>
            <a:ahLst/>
            <a:cxnLst/>
            <a:rect l="l" t="t" r="r" b="b"/>
            <a:pathLst>
              <a:path w="25420" h="22624" extrusionOk="0">
                <a:moveTo>
                  <a:pt x="25406" y="1129"/>
                </a:moveTo>
                <a:cubicBezTo>
                  <a:pt x="25406" y="1129"/>
                  <a:pt x="18349" y="0"/>
                  <a:pt x="13913" y="9625"/>
                </a:cubicBezTo>
                <a:cubicBezTo>
                  <a:pt x="8966" y="9625"/>
                  <a:pt x="6251" y="13725"/>
                  <a:pt x="6251" y="18335"/>
                </a:cubicBezTo>
                <a:cubicBezTo>
                  <a:pt x="1909" y="18335"/>
                  <a:pt x="0" y="22623"/>
                  <a:pt x="0" y="22623"/>
                </a:cubicBezTo>
                <a:lnTo>
                  <a:pt x="25419" y="22623"/>
                </a:lnTo>
                <a:lnTo>
                  <a:pt x="25419" y="1129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2"/>
          <p:cNvSpPr/>
          <p:nvPr/>
        </p:nvSpPr>
        <p:spPr>
          <a:xfrm flipH="1">
            <a:off x="-843700" y="-258949"/>
            <a:ext cx="3509803" cy="1227599"/>
          </a:xfrm>
          <a:custGeom>
            <a:avLst/>
            <a:gdLst/>
            <a:ahLst/>
            <a:cxnLst/>
            <a:rect l="l" t="t" r="r" b="b"/>
            <a:pathLst>
              <a:path w="18564" h="6493" extrusionOk="0">
                <a:moveTo>
                  <a:pt x="18564" y="955"/>
                </a:moveTo>
                <a:cubicBezTo>
                  <a:pt x="18564" y="955"/>
                  <a:pt x="15123" y="0"/>
                  <a:pt x="11023" y="4073"/>
                </a:cubicBezTo>
                <a:cubicBezTo>
                  <a:pt x="7904" y="1707"/>
                  <a:pt x="5995" y="3293"/>
                  <a:pt x="4302" y="4987"/>
                </a:cubicBezTo>
                <a:cubicBezTo>
                  <a:pt x="1008" y="3925"/>
                  <a:pt x="0" y="6493"/>
                  <a:pt x="0" y="6493"/>
                </a:cubicBezTo>
                <a:lnTo>
                  <a:pt x="18564" y="6493"/>
                </a:ln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2"/>
          <p:cNvSpPr/>
          <p:nvPr/>
        </p:nvSpPr>
        <p:spPr>
          <a:xfrm>
            <a:off x="152500" y="2129850"/>
            <a:ext cx="1987589" cy="315579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6599CC"/>
            </a:gs>
            <a:gs pos="47000">
              <a:srgbClr val="B2CAE3"/>
            </a:gs>
            <a:gs pos="100000">
              <a:schemeClr val="lt1"/>
            </a:gs>
          </a:gsLst>
          <a:lin ang="1619866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imelight"/>
              <a:buNone/>
              <a:defRPr sz="2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imelight"/>
              <a:buNone/>
              <a:defRPr sz="3500" b="1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43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●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○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■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●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○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■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●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○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Char char="■"/>
              <a:defRPr sz="15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0" r:id="rId4"/>
    <p:sldLayoutId id="2147483677" r:id="rId5"/>
    <p:sldLayoutId id="214748367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nvikompelli-cmd/FE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github.com/ketanasindhusomisetty/FlightStatusTracker_V1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599CC"/>
            </a:gs>
            <a:gs pos="47000">
              <a:srgbClr val="B2CAE3"/>
            </a:gs>
            <a:gs pos="100000">
              <a:schemeClr val="lt1"/>
            </a:gs>
          </a:gsLst>
          <a:lin ang="16200038" scaled="0"/>
        </a:gra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36"/>
          <p:cNvGrpSpPr/>
          <p:nvPr/>
        </p:nvGrpSpPr>
        <p:grpSpPr>
          <a:xfrm>
            <a:off x="612038" y="296476"/>
            <a:ext cx="3499471" cy="3696144"/>
            <a:chOff x="612038" y="296476"/>
            <a:chExt cx="3499471" cy="3696144"/>
          </a:xfrm>
        </p:grpSpPr>
        <p:sp>
          <p:nvSpPr>
            <p:cNvPr id="412" name="Google Shape;412;p36"/>
            <p:cNvSpPr/>
            <p:nvPr/>
          </p:nvSpPr>
          <p:spPr>
            <a:xfrm>
              <a:off x="612038" y="1324085"/>
              <a:ext cx="3498620" cy="2668535"/>
            </a:xfrm>
            <a:custGeom>
              <a:avLst/>
              <a:gdLst/>
              <a:ahLst/>
              <a:cxnLst/>
              <a:rect l="l" t="t" r="r" b="b"/>
              <a:pathLst>
                <a:path w="57385" h="43768" extrusionOk="0">
                  <a:moveTo>
                    <a:pt x="0" y="7864"/>
                  </a:moveTo>
                  <a:lnTo>
                    <a:pt x="28632" y="0"/>
                  </a:lnTo>
                  <a:lnTo>
                    <a:pt x="57385" y="7864"/>
                  </a:lnTo>
                  <a:lnTo>
                    <a:pt x="28686" y="4376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rgbClr val="FEFAF9">
                    <a:alpha val="10196"/>
                  </a:srgbClr>
                </a:gs>
                <a:gs pos="100000">
                  <a:srgbClr val="FEFAF9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3" name="Google Shape;413;p36"/>
            <p:cNvGrpSpPr/>
            <p:nvPr/>
          </p:nvGrpSpPr>
          <p:grpSpPr>
            <a:xfrm>
              <a:off x="614474" y="296476"/>
              <a:ext cx="3497035" cy="1533517"/>
              <a:chOff x="835325" y="1238450"/>
              <a:chExt cx="1433975" cy="628800"/>
            </a:xfrm>
          </p:grpSpPr>
          <p:sp>
            <p:nvSpPr>
              <p:cNvPr id="414" name="Google Shape;414;p36"/>
              <p:cNvSpPr/>
              <p:nvPr/>
            </p:nvSpPr>
            <p:spPr>
              <a:xfrm>
                <a:off x="840375" y="1522075"/>
                <a:ext cx="648600" cy="316925"/>
              </a:xfrm>
              <a:custGeom>
                <a:avLst/>
                <a:gdLst/>
                <a:ahLst/>
                <a:cxnLst/>
                <a:rect l="l" t="t" r="r" b="b"/>
                <a:pathLst>
                  <a:path w="25944" h="12677" extrusionOk="0">
                    <a:moveTo>
                      <a:pt x="25890" y="1"/>
                    </a:moveTo>
                    <a:cubicBezTo>
                      <a:pt x="11144" y="6158"/>
                      <a:pt x="1909" y="9760"/>
                      <a:pt x="538" y="11158"/>
                    </a:cubicBezTo>
                    <a:lnTo>
                      <a:pt x="0" y="12677"/>
                    </a:lnTo>
                    <a:lnTo>
                      <a:pt x="25944" y="3308"/>
                    </a:lnTo>
                    <a:lnTo>
                      <a:pt x="258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6"/>
              <p:cNvSpPr/>
              <p:nvPr/>
            </p:nvSpPr>
            <p:spPr>
              <a:xfrm>
                <a:off x="835325" y="1522425"/>
                <a:ext cx="1433975" cy="344825"/>
              </a:xfrm>
              <a:custGeom>
                <a:avLst/>
                <a:gdLst/>
                <a:ahLst/>
                <a:cxnLst/>
                <a:rect l="l" t="t" r="r" b="b"/>
                <a:pathLst>
                  <a:path w="57359" h="13793" extrusionOk="0">
                    <a:moveTo>
                      <a:pt x="30595" y="8025"/>
                    </a:moveTo>
                    <a:cubicBezTo>
                      <a:pt x="30595" y="8025"/>
                      <a:pt x="30514" y="9195"/>
                      <a:pt x="30272" y="10445"/>
                    </a:cubicBezTo>
                    <a:lnTo>
                      <a:pt x="33485" y="11789"/>
                    </a:lnTo>
                    <a:lnTo>
                      <a:pt x="34211" y="12959"/>
                    </a:lnTo>
                    <a:lnTo>
                      <a:pt x="29923" y="12018"/>
                    </a:lnTo>
                    <a:cubicBezTo>
                      <a:pt x="29614" y="12999"/>
                      <a:pt x="29210" y="13792"/>
                      <a:pt x="28659" y="13792"/>
                    </a:cubicBezTo>
                    <a:cubicBezTo>
                      <a:pt x="28108" y="13792"/>
                      <a:pt x="27705" y="12999"/>
                      <a:pt x="27396" y="12018"/>
                    </a:cubicBezTo>
                    <a:lnTo>
                      <a:pt x="23121" y="12959"/>
                    </a:lnTo>
                    <a:lnTo>
                      <a:pt x="23833" y="11789"/>
                    </a:lnTo>
                    <a:lnTo>
                      <a:pt x="27046" y="10445"/>
                    </a:lnTo>
                    <a:cubicBezTo>
                      <a:pt x="26818" y="9168"/>
                      <a:pt x="26724" y="8025"/>
                      <a:pt x="26724" y="8025"/>
                    </a:cubicBezTo>
                    <a:lnTo>
                      <a:pt x="25836" y="8025"/>
                    </a:lnTo>
                    <a:lnTo>
                      <a:pt x="25406" y="9007"/>
                    </a:lnTo>
                    <a:lnTo>
                      <a:pt x="24331" y="9007"/>
                    </a:lnTo>
                    <a:lnTo>
                      <a:pt x="23807" y="8482"/>
                    </a:lnTo>
                    <a:lnTo>
                      <a:pt x="19465" y="8657"/>
                    </a:lnTo>
                    <a:lnTo>
                      <a:pt x="1" y="13375"/>
                    </a:lnTo>
                    <a:lnTo>
                      <a:pt x="229" y="12690"/>
                    </a:lnTo>
                    <a:lnTo>
                      <a:pt x="26172" y="3307"/>
                    </a:lnTo>
                    <a:lnTo>
                      <a:pt x="26119" y="0"/>
                    </a:lnTo>
                    <a:cubicBezTo>
                      <a:pt x="26119" y="0"/>
                      <a:pt x="26455" y="1896"/>
                      <a:pt x="28686" y="1896"/>
                    </a:cubicBezTo>
                    <a:cubicBezTo>
                      <a:pt x="30904" y="1896"/>
                      <a:pt x="31240" y="0"/>
                      <a:pt x="31240" y="0"/>
                    </a:cubicBezTo>
                    <a:lnTo>
                      <a:pt x="31186" y="3307"/>
                    </a:lnTo>
                    <a:lnTo>
                      <a:pt x="57130" y="12690"/>
                    </a:lnTo>
                    <a:lnTo>
                      <a:pt x="57358" y="13375"/>
                    </a:lnTo>
                    <a:lnTo>
                      <a:pt x="37894" y="8657"/>
                    </a:lnTo>
                    <a:lnTo>
                      <a:pt x="33552" y="8482"/>
                    </a:lnTo>
                    <a:lnTo>
                      <a:pt x="33028" y="9007"/>
                    </a:lnTo>
                    <a:lnTo>
                      <a:pt x="31953" y="9007"/>
                    </a:lnTo>
                    <a:lnTo>
                      <a:pt x="31522" y="802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6"/>
              <p:cNvSpPr/>
              <p:nvPr/>
            </p:nvSpPr>
            <p:spPr>
              <a:xfrm>
                <a:off x="1304800" y="1557700"/>
                <a:ext cx="76975" cy="205025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8201" extrusionOk="0">
                    <a:moveTo>
                      <a:pt x="1533" y="8201"/>
                    </a:moveTo>
                    <a:lnTo>
                      <a:pt x="1533" y="8201"/>
                    </a:lnTo>
                    <a:cubicBezTo>
                      <a:pt x="686" y="8201"/>
                      <a:pt x="0" y="7515"/>
                      <a:pt x="0" y="6668"/>
                    </a:cubicBezTo>
                    <a:lnTo>
                      <a:pt x="0" y="1533"/>
                    </a:lnTo>
                    <a:cubicBezTo>
                      <a:pt x="0" y="686"/>
                      <a:pt x="686" y="1"/>
                      <a:pt x="1533" y="1"/>
                    </a:cubicBezTo>
                    <a:lnTo>
                      <a:pt x="1533" y="1"/>
                    </a:lnTo>
                    <a:cubicBezTo>
                      <a:pt x="2366" y="1"/>
                      <a:pt x="3065" y="686"/>
                      <a:pt x="3065" y="1533"/>
                    </a:cubicBezTo>
                    <a:lnTo>
                      <a:pt x="3065" y="6668"/>
                    </a:lnTo>
                    <a:cubicBezTo>
                      <a:pt x="3078" y="7488"/>
                      <a:pt x="2366" y="8201"/>
                      <a:pt x="1533" y="8201"/>
                    </a:cubicBezTo>
                    <a:close/>
                  </a:path>
                </a:pathLst>
              </a:custGeom>
              <a:solidFill>
                <a:srgbClr val="4A6C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6"/>
              <p:cNvSpPr/>
              <p:nvPr/>
            </p:nvSpPr>
            <p:spPr>
              <a:xfrm>
                <a:off x="1478875" y="1238450"/>
                <a:ext cx="146200" cy="331375"/>
              </a:xfrm>
              <a:custGeom>
                <a:avLst/>
                <a:gdLst/>
                <a:ahLst/>
                <a:cxnLst/>
                <a:rect l="l" t="t" r="r" b="b"/>
                <a:pathLst>
                  <a:path w="5848" h="13255" extrusionOk="0">
                    <a:moveTo>
                      <a:pt x="2914" y="1"/>
                    </a:moveTo>
                    <a:cubicBezTo>
                      <a:pt x="2601" y="1"/>
                      <a:pt x="2292" y="135"/>
                      <a:pt x="2084" y="404"/>
                    </a:cubicBezTo>
                    <a:cubicBezTo>
                      <a:pt x="1210" y="1533"/>
                      <a:pt x="0" y="4356"/>
                      <a:pt x="363" y="11359"/>
                    </a:cubicBezTo>
                    <a:cubicBezTo>
                      <a:pt x="363" y="11359"/>
                      <a:pt x="699" y="13255"/>
                      <a:pt x="2917" y="13255"/>
                    </a:cubicBezTo>
                    <a:cubicBezTo>
                      <a:pt x="5135" y="13255"/>
                      <a:pt x="5471" y="11359"/>
                      <a:pt x="5471" y="11359"/>
                    </a:cubicBezTo>
                    <a:cubicBezTo>
                      <a:pt x="5848" y="4356"/>
                      <a:pt x="4638" y="1533"/>
                      <a:pt x="3764" y="404"/>
                    </a:cubicBezTo>
                    <a:cubicBezTo>
                      <a:pt x="3542" y="135"/>
                      <a:pt x="3226" y="1"/>
                      <a:pt x="29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6"/>
              <p:cNvSpPr/>
              <p:nvPr/>
            </p:nvSpPr>
            <p:spPr>
              <a:xfrm>
                <a:off x="1314550" y="1567450"/>
                <a:ext cx="5715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2017" extrusionOk="0">
                    <a:moveTo>
                      <a:pt x="1143" y="1"/>
                    </a:moveTo>
                    <a:cubicBezTo>
                      <a:pt x="1761" y="1"/>
                      <a:pt x="2285" y="444"/>
                      <a:pt x="2285" y="1009"/>
                    </a:cubicBezTo>
                    <a:cubicBezTo>
                      <a:pt x="2285" y="1560"/>
                      <a:pt x="1774" y="2017"/>
                      <a:pt x="1143" y="2017"/>
                    </a:cubicBezTo>
                    <a:cubicBezTo>
                      <a:pt x="524" y="2017"/>
                      <a:pt x="0" y="1560"/>
                      <a:pt x="0" y="1009"/>
                    </a:cubicBezTo>
                    <a:cubicBezTo>
                      <a:pt x="0" y="444"/>
                      <a:pt x="524" y="1"/>
                      <a:pt x="11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6"/>
              <p:cNvSpPr/>
              <p:nvPr/>
            </p:nvSpPr>
            <p:spPr>
              <a:xfrm>
                <a:off x="1329325" y="1580225"/>
                <a:ext cx="27575" cy="24550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982" extrusionOk="0">
                    <a:moveTo>
                      <a:pt x="552" y="0"/>
                    </a:moveTo>
                    <a:cubicBezTo>
                      <a:pt x="256" y="0"/>
                      <a:pt x="0" y="229"/>
                      <a:pt x="0" y="498"/>
                    </a:cubicBezTo>
                    <a:cubicBezTo>
                      <a:pt x="0" y="767"/>
                      <a:pt x="256" y="982"/>
                      <a:pt x="552" y="982"/>
                    </a:cubicBezTo>
                    <a:cubicBezTo>
                      <a:pt x="847" y="982"/>
                      <a:pt x="1103" y="767"/>
                      <a:pt x="1103" y="498"/>
                    </a:cubicBezTo>
                    <a:cubicBezTo>
                      <a:pt x="1103" y="229"/>
                      <a:pt x="847" y="0"/>
                      <a:pt x="5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6"/>
              <p:cNvSpPr/>
              <p:nvPr/>
            </p:nvSpPr>
            <p:spPr>
              <a:xfrm>
                <a:off x="1613950" y="1522075"/>
                <a:ext cx="648625" cy="316925"/>
              </a:xfrm>
              <a:custGeom>
                <a:avLst/>
                <a:gdLst/>
                <a:ahLst/>
                <a:cxnLst/>
                <a:rect l="l" t="t" r="r" b="b"/>
                <a:pathLst>
                  <a:path w="25945" h="12677" extrusionOk="0">
                    <a:moveTo>
                      <a:pt x="55" y="1"/>
                    </a:moveTo>
                    <a:lnTo>
                      <a:pt x="1" y="3308"/>
                    </a:lnTo>
                    <a:lnTo>
                      <a:pt x="25944" y="12677"/>
                    </a:lnTo>
                    <a:lnTo>
                      <a:pt x="25407" y="11158"/>
                    </a:lnTo>
                    <a:cubicBezTo>
                      <a:pt x="24036" y="9760"/>
                      <a:pt x="14814" y="6158"/>
                      <a:pt x="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6"/>
              <p:cNvSpPr/>
              <p:nvPr/>
            </p:nvSpPr>
            <p:spPr>
              <a:xfrm>
                <a:off x="1721500" y="1557700"/>
                <a:ext cx="76650" cy="205025"/>
              </a:xfrm>
              <a:custGeom>
                <a:avLst/>
                <a:gdLst/>
                <a:ahLst/>
                <a:cxnLst/>
                <a:rect l="l" t="t" r="r" b="b"/>
                <a:pathLst>
                  <a:path w="3066" h="8201" extrusionOk="0">
                    <a:moveTo>
                      <a:pt x="1533" y="8201"/>
                    </a:moveTo>
                    <a:lnTo>
                      <a:pt x="1533" y="8201"/>
                    </a:lnTo>
                    <a:cubicBezTo>
                      <a:pt x="2380" y="8201"/>
                      <a:pt x="3065" y="7515"/>
                      <a:pt x="3065" y="6668"/>
                    </a:cubicBezTo>
                    <a:lnTo>
                      <a:pt x="3065" y="1533"/>
                    </a:lnTo>
                    <a:cubicBezTo>
                      <a:pt x="3065" y="686"/>
                      <a:pt x="2380" y="1"/>
                      <a:pt x="1533" y="1"/>
                    </a:cubicBezTo>
                    <a:lnTo>
                      <a:pt x="1533" y="1"/>
                    </a:lnTo>
                    <a:cubicBezTo>
                      <a:pt x="699" y="1"/>
                      <a:pt x="0" y="686"/>
                      <a:pt x="0" y="1533"/>
                    </a:cubicBezTo>
                    <a:lnTo>
                      <a:pt x="0" y="6668"/>
                    </a:lnTo>
                    <a:cubicBezTo>
                      <a:pt x="0" y="7488"/>
                      <a:pt x="699" y="8201"/>
                      <a:pt x="1533" y="8201"/>
                    </a:cubicBezTo>
                    <a:close/>
                  </a:path>
                </a:pathLst>
              </a:custGeom>
              <a:solidFill>
                <a:srgbClr val="4A6C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6"/>
              <p:cNvSpPr/>
              <p:nvPr/>
            </p:nvSpPr>
            <p:spPr>
              <a:xfrm>
                <a:off x="1731250" y="1567450"/>
                <a:ext cx="5715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2017" extrusionOk="0">
                    <a:moveTo>
                      <a:pt x="2285" y="1009"/>
                    </a:moveTo>
                    <a:cubicBezTo>
                      <a:pt x="2285" y="1560"/>
                      <a:pt x="1788" y="2017"/>
                      <a:pt x="1143" y="2017"/>
                    </a:cubicBezTo>
                    <a:cubicBezTo>
                      <a:pt x="511" y="2017"/>
                      <a:pt x="0" y="1560"/>
                      <a:pt x="0" y="1009"/>
                    </a:cubicBezTo>
                    <a:cubicBezTo>
                      <a:pt x="0" y="444"/>
                      <a:pt x="511" y="1"/>
                      <a:pt x="1143" y="1"/>
                    </a:cubicBezTo>
                    <a:cubicBezTo>
                      <a:pt x="1788" y="1"/>
                      <a:pt x="2285" y="444"/>
                      <a:pt x="2285" y="10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6"/>
              <p:cNvSpPr/>
              <p:nvPr/>
            </p:nvSpPr>
            <p:spPr>
              <a:xfrm>
                <a:off x="1746025" y="1580225"/>
                <a:ext cx="27575" cy="24550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982" extrusionOk="0">
                    <a:moveTo>
                      <a:pt x="552" y="0"/>
                    </a:moveTo>
                    <a:cubicBezTo>
                      <a:pt x="256" y="0"/>
                      <a:pt x="1" y="229"/>
                      <a:pt x="1" y="498"/>
                    </a:cubicBezTo>
                    <a:cubicBezTo>
                      <a:pt x="1" y="767"/>
                      <a:pt x="256" y="982"/>
                      <a:pt x="552" y="982"/>
                    </a:cubicBezTo>
                    <a:cubicBezTo>
                      <a:pt x="861" y="982"/>
                      <a:pt x="1103" y="767"/>
                      <a:pt x="1103" y="498"/>
                    </a:cubicBezTo>
                    <a:cubicBezTo>
                      <a:pt x="1103" y="229"/>
                      <a:pt x="861" y="0"/>
                      <a:pt x="5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6"/>
              <p:cNvSpPr/>
              <p:nvPr/>
            </p:nvSpPr>
            <p:spPr>
              <a:xfrm>
                <a:off x="1522550" y="1252225"/>
                <a:ext cx="57825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1803" extrusionOk="0">
                    <a:moveTo>
                      <a:pt x="1163" y="1"/>
                    </a:moveTo>
                    <a:cubicBezTo>
                      <a:pt x="871" y="1"/>
                      <a:pt x="579" y="135"/>
                      <a:pt x="391" y="404"/>
                    </a:cubicBezTo>
                    <a:cubicBezTo>
                      <a:pt x="162" y="686"/>
                      <a:pt x="1" y="1144"/>
                      <a:pt x="1" y="1802"/>
                    </a:cubicBezTo>
                    <a:cubicBezTo>
                      <a:pt x="1" y="1802"/>
                      <a:pt x="337" y="552"/>
                      <a:pt x="1157" y="552"/>
                    </a:cubicBezTo>
                    <a:cubicBezTo>
                      <a:pt x="1977" y="552"/>
                      <a:pt x="2313" y="1802"/>
                      <a:pt x="2313" y="1802"/>
                    </a:cubicBezTo>
                    <a:cubicBezTo>
                      <a:pt x="2313" y="1130"/>
                      <a:pt x="2151" y="686"/>
                      <a:pt x="1936" y="404"/>
                    </a:cubicBezTo>
                    <a:cubicBezTo>
                      <a:pt x="1748" y="135"/>
                      <a:pt x="1456" y="1"/>
                      <a:pt x="11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5" name="Google Shape;425;p36"/>
          <p:cNvSpPr/>
          <p:nvPr/>
        </p:nvSpPr>
        <p:spPr>
          <a:xfrm>
            <a:off x="5368450" y="2632550"/>
            <a:ext cx="74400" cy="20379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7762925" y="2632550"/>
            <a:ext cx="74400" cy="20379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4448400" y="1551446"/>
            <a:ext cx="4241700" cy="2037900"/>
          </a:xfrm>
          <a:prstGeom prst="roundRect">
            <a:avLst>
              <a:gd name="adj" fmla="val 771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4512975" y="1608150"/>
            <a:ext cx="4107300" cy="1927200"/>
          </a:xfrm>
          <a:prstGeom prst="roundRect">
            <a:avLst>
              <a:gd name="adj" fmla="val 771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" name="Google Shape;429;p36"/>
          <p:cNvGrpSpPr/>
          <p:nvPr/>
        </p:nvGrpSpPr>
        <p:grpSpPr>
          <a:xfrm>
            <a:off x="2556806" y="2574603"/>
            <a:ext cx="1449237" cy="2153793"/>
            <a:chOff x="1285725" y="3740925"/>
            <a:chExt cx="910725" cy="1353650"/>
          </a:xfrm>
        </p:grpSpPr>
        <p:sp>
          <p:nvSpPr>
            <p:cNvPr id="430" name="Google Shape;430;p36"/>
            <p:cNvSpPr/>
            <p:nvPr/>
          </p:nvSpPr>
          <p:spPr>
            <a:xfrm>
              <a:off x="1360000" y="3752000"/>
              <a:ext cx="359600" cy="411375"/>
            </a:xfrm>
            <a:custGeom>
              <a:avLst/>
              <a:gdLst/>
              <a:ahLst/>
              <a:cxnLst/>
              <a:rect l="l" t="t" r="r" b="b"/>
              <a:pathLst>
                <a:path w="14384" h="16455" extrusionOk="0">
                  <a:moveTo>
                    <a:pt x="10203" y="1305"/>
                  </a:moveTo>
                  <a:cubicBezTo>
                    <a:pt x="10203" y="1305"/>
                    <a:pt x="7528" y="1"/>
                    <a:pt x="6399" y="2918"/>
                  </a:cubicBezTo>
                  <a:cubicBezTo>
                    <a:pt x="5283" y="5862"/>
                    <a:pt x="807" y="5942"/>
                    <a:pt x="484" y="9962"/>
                  </a:cubicBezTo>
                  <a:cubicBezTo>
                    <a:pt x="0" y="16226"/>
                    <a:pt x="11896" y="16454"/>
                    <a:pt x="13147" y="12260"/>
                  </a:cubicBezTo>
                  <a:cubicBezTo>
                    <a:pt x="14383" y="8080"/>
                    <a:pt x="12044" y="8496"/>
                    <a:pt x="12811" y="4907"/>
                  </a:cubicBezTo>
                  <a:cubicBezTo>
                    <a:pt x="13254" y="2689"/>
                    <a:pt x="12448" y="1076"/>
                    <a:pt x="10203" y="13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1747800" y="3740925"/>
              <a:ext cx="188550" cy="177450"/>
            </a:xfrm>
            <a:custGeom>
              <a:avLst/>
              <a:gdLst/>
              <a:ahLst/>
              <a:cxnLst/>
              <a:rect l="l" t="t" r="r" b="b"/>
              <a:pathLst>
                <a:path w="7542" h="7098" extrusionOk="0">
                  <a:moveTo>
                    <a:pt x="5498" y="1519"/>
                  </a:moveTo>
                  <a:cubicBezTo>
                    <a:pt x="5498" y="1519"/>
                    <a:pt x="2635" y="0"/>
                    <a:pt x="1412" y="1923"/>
                  </a:cubicBezTo>
                  <a:cubicBezTo>
                    <a:pt x="0" y="4140"/>
                    <a:pt x="1694" y="5848"/>
                    <a:pt x="4168" y="5848"/>
                  </a:cubicBezTo>
                  <a:cubicBezTo>
                    <a:pt x="6641" y="5848"/>
                    <a:pt x="6009" y="7098"/>
                    <a:pt x="6009" y="7098"/>
                  </a:cubicBezTo>
                  <a:cubicBezTo>
                    <a:pt x="6009" y="7098"/>
                    <a:pt x="7541" y="6668"/>
                    <a:pt x="7541" y="4719"/>
                  </a:cubicBezTo>
                  <a:cubicBezTo>
                    <a:pt x="7541" y="2756"/>
                    <a:pt x="6869" y="1519"/>
                    <a:pt x="5498" y="15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785425" y="3808675"/>
              <a:ext cx="156300" cy="241775"/>
            </a:xfrm>
            <a:custGeom>
              <a:avLst/>
              <a:gdLst/>
              <a:ahLst/>
              <a:cxnLst/>
              <a:rect l="l" t="t" r="r" b="b"/>
              <a:pathLst>
                <a:path w="6252" h="9671" extrusionOk="0">
                  <a:moveTo>
                    <a:pt x="1494" y="0"/>
                  </a:moveTo>
                  <a:cubicBezTo>
                    <a:pt x="574" y="0"/>
                    <a:pt x="176" y="467"/>
                    <a:pt x="176" y="1027"/>
                  </a:cubicBezTo>
                  <a:cubicBezTo>
                    <a:pt x="176" y="1027"/>
                    <a:pt x="1" y="1901"/>
                    <a:pt x="176" y="3527"/>
                  </a:cubicBezTo>
                  <a:cubicBezTo>
                    <a:pt x="337" y="5154"/>
                    <a:pt x="1829" y="5329"/>
                    <a:pt x="1829" y="5329"/>
                  </a:cubicBezTo>
                  <a:cubicBezTo>
                    <a:pt x="1829" y="5329"/>
                    <a:pt x="2152" y="6202"/>
                    <a:pt x="1197" y="6565"/>
                  </a:cubicBezTo>
                  <a:cubicBezTo>
                    <a:pt x="1023" y="6633"/>
                    <a:pt x="821" y="6686"/>
                    <a:pt x="619" y="6754"/>
                  </a:cubicBezTo>
                  <a:lnTo>
                    <a:pt x="3617" y="9671"/>
                  </a:lnTo>
                  <a:lnTo>
                    <a:pt x="6252" y="6364"/>
                  </a:lnTo>
                  <a:cubicBezTo>
                    <a:pt x="6010" y="6350"/>
                    <a:pt x="5781" y="6323"/>
                    <a:pt x="5633" y="6229"/>
                  </a:cubicBezTo>
                  <a:cubicBezTo>
                    <a:pt x="4706" y="5813"/>
                    <a:pt x="4612" y="4186"/>
                    <a:pt x="4961" y="3205"/>
                  </a:cubicBezTo>
                  <a:cubicBezTo>
                    <a:pt x="5311" y="2250"/>
                    <a:pt x="5109" y="1592"/>
                    <a:pt x="4518" y="1592"/>
                  </a:cubicBezTo>
                  <a:cubicBezTo>
                    <a:pt x="3940" y="1592"/>
                    <a:pt x="3832" y="2197"/>
                    <a:pt x="3832" y="2197"/>
                  </a:cubicBezTo>
                  <a:cubicBezTo>
                    <a:pt x="3832" y="2197"/>
                    <a:pt x="3267" y="1363"/>
                    <a:pt x="3550" y="503"/>
                  </a:cubicBezTo>
                  <a:cubicBezTo>
                    <a:pt x="2687" y="146"/>
                    <a:pt x="2009" y="0"/>
                    <a:pt x="1494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1632525" y="3965750"/>
              <a:ext cx="563925" cy="376725"/>
            </a:xfrm>
            <a:custGeom>
              <a:avLst/>
              <a:gdLst/>
              <a:ahLst/>
              <a:cxnLst/>
              <a:rect l="l" t="t" r="r" b="b"/>
              <a:pathLst>
                <a:path w="22557" h="15069" extrusionOk="0">
                  <a:moveTo>
                    <a:pt x="17301" y="2258"/>
                  </a:moveTo>
                  <a:cubicBezTo>
                    <a:pt x="15647" y="0"/>
                    <a:pt x="13564" y="175"/>
                    <a:pt x="12368" y="67"/>
                  </a:cubicBezTo>
                  <a:lnTo>
                    <a:pt x="9733" y="3401"/>
                  </a:lnTo>
                  <a:lnTo>
                    <a:pt x="6749" y="471"/>
                  </a:lnTo>
                  <a:cubicBezTo>
                    <a:pt x="5808" y="726"/>
                    <a:pt x="4544" y="1022"/>
                    <a:pt x="3052" y="3172"/>
                  </a:cubicBezTo>
                  <a:cubicBezTo>
                    <a:pt x="1896" y="5122"/>
                    <a:pt x="1" y="9490"/>
                    <a:pt x="1" y="9490"/>
                  </a:cubicBezTo>
                  <a:lnTo>
                    <a:pt x="2730" y="10687"/>
                  </a:lnTo>
                  <a:lnTo>
                    <a:pt x="4773" y="7030"/>
                  </a:lnTo>
                  <a:lnTo>
                    <a:pt x="5687" y="15069"/>
                  </a:lnTo>
                  <a:lnTo>
                    <a:pt x="16104" y="15069"/>
                  </a:lnTo>
                  <a:lnTo>
                    <a:pt x="15715" y="6788"/>
                  </a:lnTo>
                  <a:cubicBezTo>
                    <a:pt x="15715" y="6788"/>
                    <a:pt x="18887" y="13308"/>
                    <a:pt x="20715" y="12434"/>
                  </a:cubicBezTo>
                  <a:cubicBezTo>
                    <a:pt x="22557" y="11601"/>
                    <a:pt x="19277" y="4987"/>
                    <a:pt x="17301" y="22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1744775" y="4343475"/>
              <a:ext cx="304500" cy="751100"/>
            </a:xfrm>
            <a:custGeom>
              <a:avLst/>
              <a:gdLst/>
              <a:ahLst/>
              <a:cxnLst/>
              <a:rect l="l" t="t" r="r" b="b"/>
              <a:pathLst>
                <a:path w="12180" h="30044" extrusionOk="0">
                  <a:moveTo>
                    <a:pt x="1183" y="0"/>
                  </a:moveTo>
                  <a:cubicBezTo>
                    <a:pt x="1183" y="0"/>
                    <a:pt x="0" y="14746"/>
                    <a:pt x="915" y="20123"/>
                  </a:cubicBezTo>
                  <a:cubicBezTo>
                    <a:pt x="1815" y="25500"/>
                    <a:pt x="2796" y="30043"/>
                    <a:pt x="2796" y="30043"/>
                  </a:cubicBezTo>
                  <a:lnTo>
                    <a:pt x="5807" y="30043"/>
                  </a:lnTo>
                  <a:cubicBezTo>
                    <a:pt x="5807" y="30043"/>
                    <a:pt x="3939" y="13456"/>
                    <a:pt x="6103" y="4705"/>
                  </a:cubicBezTo>
                  <a:cubicBezTo>
                    <a:pt x="8456" y="26979"/>
                    <a:pt x="9356" y="30043"/>
                    <a:pt x="9356" y="30043"/>
                  </a:cubicBezTo>
                  <a:lnTo>
                    <a:pt x="12179" y="30043"/>
                  </a:lnTo>
                  <a:lnTo>
                    <a:pt x="11574" y="0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303200" y="3838625"/>
              <a:ext cx="418750" cy="503850"/>
            </a:xfrm>
            <a:custGeom>
              <a:avLst/>
              <a:gdLst/>
              <a:ahLst/>
              <a:cxnLst/>
              <a:rect l="l" t="t" r="r" b="b"/>
              <a:pathLst>
                <a:path w="16750" h="20154" extrusionOk="0">
                  <a:moveTo>
                    <a:pt x="12039" y="0"/>
                  </a:moveTo>
                  <a:cubicBezTo>
                    <a:pt x="11576" y="0"/>
                    <a:pt x="11129" y="229"/>
                    <a:pt x="10875" y="649"/>
                  </a:cubicBezTo>
                  <a:cubicBezTo>
                    <a:pt x="10700" y="905"/>
                    <a:pt x="10485" y="1120"/>
                    <a:pt x="10203" y="1200"/>
                  </a:cubicBezTo>
                  <a:cubicBezTo>
                    <a:pt x="10059" y="1103"/>
                    <a:pt x="9927" y="1061"/>
                    <a:pt x="9812" y="1061"/>
                  </a:cubicBezTo>
                  <a:cubicBezTo>
                    <a:pt x="9232" y="1061"/>
                    <a:pt x="9068" y="2130"/>
                    <a:pt x="9719" y="2477"/>
                  </a:cubicBezTo>
                  <a:lnTo>
                    <a:pt x="9719" y="2666"/>
                  </a:lnTo>
                  <a:cubicBezTo>
                    <a:pt x="9759" y="4561"/>
                    <a:pt x="8536" y="6255"/>
                    <a:pt x="6708" y="6765"/>
                  </a:cubicBezTo>
                  <a:cubicBezTo>
                    <a:pt x="5525" y="7088"/>
                    <a:pt x="4436" y="8056"/>
                    <a:pt x="4114" y="9440"/>
                  </a:cubicBezTo>
                  <a:cubicBezTo>
                    <a:pt x="820" y="15395"/>
                    <a:pt x="0" y="15718"/>
                    <a:pt x="1197" y="16699"/>
                  </a:cubicBezTo>
                  <a:cubicBezTo>
                    <a:pt x="1370" y="16842"/>
                    <a:pt x="1555" y="16908"/>
                    <a:pt x="1748" y="16908"/>
                  </a:cubicBezTo>
                  <a:cubicBezTo>
                    <a:pt x="3659" y="16908"/>
                    <a:pt x="6385" y="10556"/>
                    <a:pt x="6385" y="10556"/>
                  </a:cubicBezTo>
                  <a:lnTo>
                    <a:pt x="6385" y="10556"/>
                  </a:lnTo>
                  <a:lnTo>
                    <a:pt x="5512" y="20154"/>
                  </a:lnTo>
                  <a:lnTo>
                    <a:pt x="13160" y="20154"/>
                  </a:lnTo>
                  <a:lnTo>
                    <a:pt x="14249" y="15046"/>
                  </a:lnTo>
                  <a:cubicBezTo>
                    <a:pt x="14249" y="15046"/>
                    <a:pt x="16118" y="13661"/>
                    <a:pt x="16749" y="12048"/>
                  </a:cubicBezTo>
                  <a:cubicBezTo>
                    <a:pt x="16749" y="8441"/>
                    <a:pt x="15171" y="6287"/>
                    <a:pt x="13538" y="6287"/>
                  </a:cubicBezTo>
                  <a:cubicBezTo>
                    <a:pt x="13479" y="6287"/>
                    <a:pt x="13421" y="6289"/>
                    <a:pt x="13362" y="6295"/>
                  </a:cubicBezTo>
                  <a:cubicBezTo>
                    <a:pt x="13134" y="6318"/>
                    <a:pt x="12935" y="6331"/>
                    <a:pt x="12763" y="6331"/>
                  </a:cubicBezTo>
                  <a:cubicBezTo>
                    <a:pt x="11657" y="6331"/>
                    <a:pt x="11644" y="5832"/>
                    <a:pt x="11924" y="4668"/>
                  </a:cubicBezTo>
                  <a:lnTo>
                    <a:pt x="11924" y="4668"/>
                  </a:lnTo>
                  <a:cubicBezTo>
                    <a:pt x="12028" y="4700"/>
                    <a:pt x="12138" y="4715"/>
                    <a:pt x="12251" y="4715"/>
                  </a:cubicBezTo>
                  <a:cubicBezTo>
                    <a:pt x="12968" y="4715"/>
                    <a:pt x="13814" y="4095"/>
                    <a:pt x="14209" y="2934"/>
                  </a:cubicBezTo>
                  <a:cubicBezTo>
                    <a:pt x="14639" y="1590"/>
                    <a:pt x="14424" y="595"/>
                    <a:pt x="14424" y="595"/>
                  </a:cubicBezTo>
                  <a:cubicBezTo>
                    <a:pt x="13738" y="528"/>
                    <a:pt x="13066" y="313"/>
                    <a:pt x="12555" y="98"/>
                  </a:cubicBezTo>
                  <a:cubicBezTo>
                    <a:pt x="12387" y="32"/>
                    <a:pt x="12212" y="0"/>
                    <a:pt x="12039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1398650" y="4343475"/>
              <a:ext cx="335400" cy="751100"/>
            </a:xfrm>
            <a:custGeom>
              <a:avLst/>
              <a:gdLst/>
              <a:ahLst/>
              <a:cxnLst/>
              <a:rect l="l" t="t" r="r" b="b"/>
              <a:pathLst>
                <a:path w="13416" h="30044" extrusionOk="0">
                  <a:moveTo>
                    <a:pt x="9342" y="0"/>
                  </a:moveTo>
                  <a:lnTo>
                    <a:pt x="1694" y="0"/>
                  </a:lnTo>
                  <a:cubicBezTo>
                    <a:pt x="1694" y="0"/>
                    <a:pt x="0" y="3361"/>
                    <a:pt x="457" y="10673"/>
                  </a:cubicBezTo>
                  <a:cubicBezTo>
                    <a:pt x="901" y="17999"/>
                    <a:pt x="2366" y="30043"/>
                    <a:pt x="2366" y="30043"/>
                  </a:cubicBezTo>
                  <a:lnTo>
                    <a:pt x="4019" y="30043"/>
                  </a:lnTo>
                  <a:lnTo>
                    <a:pt x="5619" y="3388"/>
                  </a:lnTo>
                  <a:cubicBezTo>
                    <a:pt x="5619" y="3388"/>
                    <a:pt x="9342" y="15754"/>
                    <a:pt x="9342" y="18550"/>
                  </a:cubicBezTo>
                  <a:lnTo>
                    <a:pt x="9342" y="30043"/>
                  </a:lnTo>
                  <a:lnTo>
                    <a:pt x="10942" y="30043"/>
                  </a:lnTo>
                  <a:cubicBezTo>
                    <a:pt x="10942" y="30043"/>
                    <a:pt x="11574" y="25406"/>
                    <a:pt x="12488" y="18833"/>
                  </a:cubicBezTo>
                  <a:cubicBezTo>
                    <a:pt x="13415" y="12246"/>
                    <a:pt x="10996" y="2352"/>
                    <a:pt x="9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1532400" y="3927425"/>
              <a:ext cx="88050" cy="96825"/>
            </a:xfrm>
            <a:custGeom>
              <a:avLst/>
              <a:gdLst/>
              <a:ahLst/>
              <a:cxnLst/>
              <a:rect l="l" t="t" r="r" b="b"/>
              <a:pathLst>
                <a:path w="3522" h="3873" extrusionOk="0">
                  <a:moveTo>
                    <a:pt x="3428" y="3872"/>
                  </a:moveTo>
                  <a:lnTo>
                    <a:pt x="3522" y="2797"/>
                  </a:lnTo>
                  <a:cubicBezTo>
                    <a:pt x="2500" y="2756"/>
                    <a:pt x="2500" y="2259"/>
                    <a:pt x="2769" y="1130"/>
                  </a:cubicBezTo>
                  <a:cubicBezTo>
                    <a:pt x="2769" y="1130"/>
                    <a:pt x="1747" y="982"/>
                    <a:pt x="968" y="1"/>
                  </a:cubicBezTo>
                  <a:cubicBezTo>
                    <a:pt x="0" y="3254"/>
                    <a:pt x="3428" y="3872"/>
                    <a:pt x="3428" y="3872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7800" y="3977175"/>
              <a:ext cx="345500" cy="366325"/>
            </a:xfrm>
            <a:custGeom>
              <a:avLst/>
              <a:gdLst/>
              <a:ahLst/>
              <a:cxnLst/>
              <a:rect l="l" t="t" r="r" b="b"/>
              <a:pathLst>
                <a:path w="13820" h="14653" extrusionOk="0">
                  <a:moveTo>
                    <a:pt x="5189" y="498"/>
                  </a:moveTo>
                  <a:cubicBezTo>
                    <a:pt x="5189" y="498"/>
                    <a:pt x="1" y="269"/>
                    <a:pt x="485" y="4234"/>
                  </a:cubicBezTo>
                  <a:cubicBezTo>
                    <a:pt x="1479" y="5216"/>
                    <a:pt x="3321" y="5982"/>
                    <a:pt x="3321" y="5982"/>
                  </a:cubicBezTo>
                  <a:lnTo>
                    <a:pt x="2528" y="14652"/>
                  </a:lnTo>
                  <a:lnTo>
                    <a:pt x="10176" y="14652"/>
                  </a:lnTo>
                  <a:cubicBezTo>
                    <a:pt x="10176" y="14652"/>
                    <a:pt x="12300" y="7944"/>
                    <a:pt x="11655" y="5592"/>
                  </a:cubicBezTo>
                  <a:cubicBezTo>
                    <a:pt x="11655" y="5592"/>
                    <a:pt x="12919" y="4853"/>
                    <a:pt x="13819" y="3925"/>
                  </a:cubicBezTo>
                  <a:cubicBezTo>
                    <a:pt x="13523" y="1344"/>
                    <a:pt x="11373" y="0"/>
                    <a:pt x="9424" y="793"/>
                  </a:cubicBezTo>
                  <a:cubicBezTo>
                    <a:pt x="9114" y="4463"/>
                    <a:pt x="5189" y="4423"/>
                    <a:pt x="5189" y="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433250" y="4010425"/>
              <a:ext cx="313575" cy="452375"/>
            </a:xfrm>
            <a:custGeom>
              <a:avLst/>
              <a:gdLst/>
              <a:ahLst/>
              <a:cxnLst/>
              <a:rect l="l" t="t" r="r" b="b"/>
              <a:pathLst>
                <a:path w="12543" h="18095" extrusionOk="0">
                  <a:moveTo>
                    <a:pt x="1" y="1"/>
                  </a:moveTo>
                  <a:lnTo>
                    <a:pt x="1" y="15742"/>
                  </a:lnTo>
                  <a:lnTo>
                    <a:pt x="12542" y="18094"/>
                  </a:lnTo>
                  <a:lnTo>
                    <a:pt x="12542" y="20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746800" y="4010425"/>
              <a:ext cx="313900" cy="452375"/>
            </a:xfrm>
            <a:custGeom>
              <a:avLst/>
              <a:gdLst/>
              <a:ahLst/>
              <a:cxnLst/>
              <a:rect l="l" t="t" r="r" b="b"/>
              <a:pathLst>
                <a:path w="12556" h="18095" extrusionOk="0">
                  <a:moveTo>
                    <a:pt x="12555" y="1"/>
                  </a:moveTo>
                  <a:lnTo>
                    <a:pt x="0" y="2098"/>
                  </a:lnTo>
                  <a:lnTo>
                    <a:pt x="0" y="18094"/>
                  </a:lnTo>
                  <a:lnTo>
                    <a:pt x="12555" y="15742"/>
                  </a:lnTo>
                  <a:lnTo>
                    <a:pt x="125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458450" y="4033950"/>
              <a:ext cx="288375" cy="353225"/>
            </a:xfrm>
            <a:custGeom>
              <a:avLst/>
              <a:gdLst/>
              <a:ahLst/>
              <a:cxnLst/>
              <a:rect l="l" t="t" r="r" b="b"/>
              <a:pathLst>
                <a:path w="11535" h="14129" extrusionOk="0">
                  <a:moveTo>
                    <a:pt x="1" y="1"/>
                  </a:moveTo>
                  <a:lnTo>
                    <a:pt x="1" y="11897"/>
                  </a:lnTo>
                  <a:lnTo>
                    <a:pt x="11534" y="14129"/>
                  </a:lnTo>
                  <a:lnTo>
                    <a:pt x="11534" y="2219"/>
                  </a:lnTo>
                  <a:close/>
                </a:path>
              </a:pathLst>
            </a:custGeom>
            <a:solidFill>
              <a:srgbClr val="304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746800" y="4033950"/>
              <a:ext cx="289025" cy="353225"/>
            </a:xfrm>
            <a:custGeom>
              <a:avLst/>
              <a:gdLst/>
              <a:ahLst/>
              <a:cxnLst/>
              <a:rect l="l" t="t" r="r" b="b"/>
              <a:pathLst>
                <a:path w="11561" h="14129" extrusionOk="0">
                  <a:moveTo>
                    <a:pt x="0" y="2219"/>
                  </a:moveTo>
                  <a:lnTo>
                    <a:pt x="0" y="14129"/>
                  </a:lnTo>
                  <a:lnTo>
                    <a:pt x="11560" y="11897"/>
                  </a:lnTo>
                  <a:lnTo>
                    <a:pt x="11560" y="1"/>
                  </a:lnTo>
                  <a:close/>
                </a:path>
              </a:pathLst>
            </a:custGeom>
            <a:solidFill>
              <a:srgbClr val="304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1746800" y="4411350"/>
              <a:ext cx="4375" cy="28250"/>
            </a:xfrm>
            <a:custGeom>
              <a:avLst/>
              <a:gdLst/>
              <a:ahLst/>
              <a:cxnLst/>
              <a:rect l="l" t="t" r="r" b="b"/>
              <a:pathLst>
                <a:path w="175" h="1130" extrusionOk="0">
                  <a:moveTo>
                    <a:pt x="0" y="0"/>
                  </a:moveTo>
                  <a:lnTo>
                    <a:pt x="0" y="1130"/>
                  </a:lnTo>
                  <a:lnTo>
                    <a:pt x="175" y="1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A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1913800" y="4343800"/>
              <a:ext cx="75975" cy="66575"/>
            </a:xfrm>
            <a:custGeom>
              <a:avLst/>
              <a:gdLst/>
              <a:ahLst/>
              <a:cxnLst/>
              <a:rect l="l" t="t" r="r" b="b"/>
              <a:pathLst>
                <a:path w="3039" h="2663" extrusionOk="0">
                  <a:moveTo>
                    <a:pt x="2515" y="1"/>
                  </a:moveTo>
                  <a:lnTo>
                    <a:pt x="1" y="1183"/>
                  </a:lnTo>
                  <a:lnTo>
                    <a:pt x="28" y="2662"/>
                  </a:lnTo>
                  <a:lnTo>
                    <a:pt x="3039" y="2124"/>
                  </a:lnTo>
                  <a:cubicBezTo>
                    <a:pt x="2837" y="1385"/>
                    <a:pt x="2662" y="673"/>
                    <a:pt x="251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815000" y="4377075"/>
              <a:ext cx="88750" cy="50775"/>
            </a:xfrm>
            <a:custGeom>
              <a:avLst/>
              <a:gdLst/>
              <a:ahLst/>
              <a:cxnLst/>
              <a:rect l="l" t="t" r="r" b="b"/>
              <a:pathLst>
                <a:path w="3550" h="2031" extrusionOk="0">
                  <a:moveTo>
                    <a:pt x="3509" y="0"/>
                  </a:moveTo>
                  <a:lnTo>
                    <a:pt x="1" y="968"/>
                  </a:lnTo>
                  <a:lnTo>
                    <a:pt x="1" y="2030"/>
                  </a:lnTo>
                  <a:lnTo>
                    <a:pt x="3550" y="1398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987750" y="4316290"/>
              <a:ext cx="47725" cy="77650"/>
            </a:xfrm>
            <a:custGeom>
              <a:avLst/>
              <a:gdLst/>
              <a:ahLst/>
              <a:cxnLst/>
              <a:rect l="l" t="t" r="r" b="b"/>
              <a:pathLst>
                <a:path w="1909" h="3106" extrusionOk="0">
                  <a:moveTo>
                    <a:pt x="1909" y="0"/>
                  </a:moveTo>
                  <a:lnTo>
                    <a:pt x="0" y="887"/>
                  </a:lnTo>
                  <a:cubicBezTo>
                    <a:pt x="148" y="1600"/>
                    <a:pt x="336" y="2339"/>
                    <a:pt x="538" y="3105"/>
                  </a:cubicBezTo>
                  <a:lnTo>
                    <a:pt x="1909" y="2877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1964960" y="4174417"/>
              <a:ext cx="69582" cy="80008"/>
            </a:xfrm>
            <a:custGeom>
              <a:avLst/>
              <a:gdLst/>
              <a:ahLst/>
              <a:cxnLst/>
              <a:rect l="l" t="t" r="r" b="b"/>
              <a:pathLst>
                <a:path w="2770" h="3200" extrusionOk="0">
                  <a:moveTo>
                    <a:pt x="2770" y="1"/>
                  </a:moveTo>
                  <a:lnTo>
                    <a:pt x="1" y="807"/>
                  </a:lnTo>
                  <a:cubicBezTo>
                    <a:pt x="55" y="1547"/>
                    <a:pt x="122" y="2340"/>
                    <a:pt x="229" y="3200"/>
                  </a:cubicBezTo>
                  <a:lnTo>
                    <a:pt x="2770" y="1829"/>
                  </a:lnTo>
                  <a:lnTo>
                    <a:pt x="277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1972990" y="4232225"/>
              <a:ext cx="61850" cy="96475"/>
            </a:xfrm>
            <a:custGeom>
              <a:avLst/>
              <a:gdLst/>
              <a:ahLst/>
              <a:cxnLst/>
              <a:rect l="l" t="t" r="r" b="b"/>
              <a:pathLst>
                <a:path w="2474" h="3859" extrusionOk="0">
                  <a:moveTo>
                    <a:pt x="2474" y="1"/>
                  </a:moveTo>
                  <a:lnTo>
                    <a:pt x="1" y="1318"/>
                  </a:lnTo>
                  <a:cubicBezTo>
                    <a:pt x="122" y="2111"/>
                    <a:pt x="269" y="2971"/>
                    <a:pt x="458" y="3859"/>
                  </a:cubicBezTo>
                  <a:lnTo>
                    <a:pt x="2474" y="2931"/>
                  </a:lnTo>
                  <a:lnTo>
                    <a:pt x="247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1815000" y="4147550"/>
              <a:ext cx="84725" cy="80325"/>
            </a:xfrm>
            <a:custGeom>
              <a:avLst/>
              <a:gdLst/>
              <a:ahLst/>
              <a:cxnLst/>
              <a:rect l="l" t="t" r="r" b="b"/>
              <a:pathLst>
                <a:path w="3389" h="3213" extrusionOk="0">
                  <a:moveTo>
                    <a:pt x="3335" y="0"/>
                  </a:moveTo>
                  <a:lnTo>
                    <a:pt x="1695" y="296"/>
                  </a:lnTo>
                  <a:cubicBezTo>
                    <a:pt x="1600" y="1183"/>
                    <a:pt x="888" y="2003"/>
                    <a:pt x="1" y="2272"/>
                  </a:cubicBezTo>
                  <a:lnTo>
                    <a:pt x="1" y="3213"/>
                  </a:lnTo>
                  <a:lnTo>
                    <a:pt x="3388" y="2245"/>
                  </a:lnTo>
                  <a:lnTo>
                    <a:pt x="3335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746800" y="4355900"/>
              <a:ext cx="57150" cy="83025"/>
            </a:xfrm>
            <a:custGeom>
              <a:avLst/>
              <a:gdLst/>
              <a:ahLst/>
              <a:cxnLst/>
              <a:rect l="l" t="t" r="r" b="b"/>
              <a:pathLst>
                <a:path w="2286" h="3321" extrusionOk="0">
                  <a:moveTo>
                    <a:pt x="2285" y="0"/>
                  </a:moveTo>
                  <a:lnTo>
                    <a:pt x="0" y="1237"/>
                  </a:lnTo>
                  <a:lnTo>
                    <a:pt x="0" y="2218"/>
                  </a:lnTo>
                  <a:lnTo>
                    <a:pt x="175" y="3321"/>
                  </a:lnTo>
                  <a:lnTo>
                    <a:pt x="2285" y="2944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1815004" y="4259484"/>
              <a:ext cx="86075" cy="80011"/>
            </a:xfrm>
            <a:custGeom>
              <a:avLst/>
              <a:gdLst/>
              <a:ahLst/>
              <a:cxnLst/>
              <a:rect l="l" t="t" r="r" b="b"/>
              <a:pathLst>
                <a:path w="3443" h="3146" extrusionOk="0">
                  <a:moveTo>
                    <a:pt x="3429" y="0"/>
                  </a:moveTo>
                  <a:lnTo>
                    <a:pt x="1" y="1345"/>
                  </a:lnTo>
                  <a:lnTo>
                    <a:pt x="1" y="3146"/>
                  </a:lnTo>
                  <a:lnTo>
                    <a:pt x="3442" y="1304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746800" y="4074275"/>
              <a:ext cx="57150" cy="84050"/>
            </a:xfrm>
            <a:custGeom>
              <a:avLst/>
              <a:gdLst/>
              <a:ahLst/>
              <a:cxnLst/>
              <a:rect l="l" t="t" r="r" b="b"/>
              <a:pathLst>
                <a:path w="2286" h="3362" extrusionOk="0">
                  <a:moveTo>
                    <a:pt x="2285" y="1"/>
                  </a:moveTo>
                  <a:lnTo>
                    <a:pt x="0" y="404"/>
                  </a:lnTo>
                  <a:lnTo>
                    <a:pt x="0" y="3227"/>
                  </a:lnTo>
                  <a:lnTo>
                    <a:pt x="605" y="3361"/>
                  </a:lnTo>
                  <a:cubicBezTo>
                    <a:pt x="739" y="2501"/>
                    <a:pt x="1438" y="1708"/>
                    <a:pt x="2285" y="1453"/>
                  </a:cubicBezTo>
                  <a:lnTo>
                    <a:pt x="2285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1815000" y="4058150"/>
              <a:ext cx="83375" cy="85725"/>
            </a:xfrm>
            <a:custGeom>
              <a:avLst/>
              <a:gdLst/>
              <a:ahLst/>
              <a:cxnLst/>
              <a:rect l="l" t="t" r="r" b="b"/>
              <a:pathLst>
                <a:path w="3335" h="3429" extrusionOk="0">
                  <a:moveTo>
                    <a:pt x="3281" y="1"/>
                  </a:moveTo>
                  <a:lnTo>
                    <a:pt x="1" y="579"/>
                  </a:lnTo>
                  <a:lnTo>
                    <a:pt x="1" y="2030"/>
                  </a:lnTo>
                  <a:cubicBezTo>
                    <a:pt x="31" y="2029"/>
                    <a:pt x="60" y="2028"/>
                    <a:pt x="90" y="2028"/>
                  </a:cubicBezTo>
                  <a:cubicBezTo>
                    <a:pt x="935" y="2028"/>
                    <a:pt x="1604" y="2584"/>
                    <a:pt x="1695" y="3428"/>
                  </a:cubicBezTo>
                  <a:lnTo>
                    <a:pt x="3335" y="3146"/>
                  </a:lnTo>
                  <a:lnTo>
                    <a:pt x="328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1963915" y="4033950"/>
              <a:ext cx="70925" cy="91100"/>
            </a:xfrm>
            <a:custGeom>
              <a:avLst/>
              <a:gdLst/>
              <a:ahLst/>
              <a:cxnLst/>
              <a:rect l="l" t="t" r="r" b="b"/>
              <a:pathLst>
                <a:path w="2837" h="3644" extrusionOk="0">
                  <a:moveTo>
                    <a:pt x="2837" y="1"/>
                  </a:moveTo>
                  <a:lnTo>
                    <a:pt x="323" y="431"/>
                  </a:lnTo>
                  <a:cubicBezTo>
                    <a:pt x="202" y="982"/>
                    <a:pt x="28" y="2058"/>
                    <a:pt x="1" y="3644"/>
                  </a:cubicBezTo>
                  <a:lnTo>
                    <a:pt x="2837" y="3133"/>
                  </a:lnTo>
                  <a:lnTo>
                    <a:pt x="283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907115" y="4047035"/>
              <a:ext cx="53475" cy="87725"/>
            </a:xfrm>
            <a:custGeom>
              <a:avLst/>
              <a:gdLst/>
              <a:ahLst/>
              <a:cxnLst/>
              <a:rect l="l" t="t" r="r" b="b"/>
              <a:pathLst>
                <a:path w="2139" h="3509" extrusionOk="0">
                  <a:moveTo>
                    <a:pt x="2138" y="0"/>
                  </a:moveTo>
                  <a:lnTo>
                    <a:pt x="1" y="377"/>
                  </a:lnTo>
                  <a:lnTo>
                    <a:pt x="68" y="3509"/>
                  </a:lnTo>
                  <a:lnTo>
                    <a:pt x="1816" y="3213"/>
                  </a:lnTo>
                  <a:cubicBezTo>
                    <a:pt x="1842" y="1681"/>
                    <a:pt x="2017" y="605"/>
                    <a:pt x="213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1815000" y="4213440"/>
              <a:ext cx="85725" cy="68925"/>
            </a:xfrm>
            <a:custGeom>
              <a:avLst/>
              <a:gdLst/>
              <a:ahLst/>
              <a:cxnLst/>
              <a:rect l="l" t="t" r="r" b="b"/>
              <a:pathLst>
                <a:path w="3429" h="2757" extrusionOk="0">
                  <a:moveTo>
                    <a:pt x="3388" y="1"/>
                  </a:moveTo>
                  <a:lnTo>
                    <a:pt x="1" y="996"/>
                  </a:lnTo>
                  <a:lnTo>
                    <a:pt x="1" y="2757"/>
                  </a:lnTo>
                  <a:lnTo>
                    <a:pt x="3429" y="1399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1909450" y="4137475"/>
              <a:ext cx="45050" cy="62850"/>
            </a:xfrm>
            <a:custGeom>
              <a:avLst/>
              <a:gdLst/>
              <a:ahLst/>
              <a:cxnLst/>
              <a:rect l="l" t="t" r="r" b="b"/>
              <a:pathLst>
                <a:path w="1802" h="2514" extrusionOk="0">
                  <a:moveTo>
                    <a:pt x="1748" y="0"/>
                  </a:moveTo>
                  <a:lnTo>
                    <a:pt x="0" y="323"/>
                  </a:lnTo>
                  <a:lnTo>
                    <a:pt x="40" y="2514"/>
                  </a:lnTo>
                  <a:lnTo>
                    <a:pt x="1801" y="2003"/>
                  </a:lnTo>
                  <a:cubicBezTo>
                    <a:pt x="1748" y="1250"/>
                    <a:pt x="1734" y="592"/>
                    <a:pt x="1748" y="0"/>
                  </a:cubicBez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1910775" y="4197950"/>
              <a:ext cx="47075" cy="47075"/>
            </a:xfrm>
            <a:custGeom>
              <a:avLst/>
              <a:gdLst/>
              <a:ahLst/>
              <a:cxnLst/>
              <a:rect l="l" t="t" r="r" b="b"/>
              <a:pathLst>
                <a:path w="1883" h="1883" extrusionOk="0">
                  <a:moveTo>
                    <a:pt x="1775" y="1"/>
                  </a:moveTo>
                  <a:lnTo>
                    <a:pt x="1" y="525"/>
                  </a:lnTo>
                  <a:lnTo>
                    <a:pt x="28" y="1883"/>
                  </a:lnTo>
                  <a:lnTo>
                    <a:pt x="1883" y="1143"/>
                  </a:lnTo>
                  <a:cubicBezTo>
                    <a:pt x="1829" y="740"/>
                    <a:pt x="1802" y="364"/>
                    <a:pt x="177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1815000" y="4303800"/>
              <a:ext cx="87750" cy="86750"/>
            </a:xfrm>
            <a:custGeom>
              <a:avLst/>
              <a:gdLst/>
              <a:ahLst/>
              <a:cxnLst/>
              <a:rect l="l" t="t" r="r" b="b"/>
              <a:pathLst>
                <a:path w="3510" h="3470" extrusionOk="0">
                  <a:moveTo>
                    <a:pt x="3456" y="1"/>
                  </a:moveTo>
                  <a:lnTo>
                    <a:pt x="1" y="1869"/>
                  </a:lnTo>
                  <a:lnTo>
                    <a:pt x="1" y="3469"/>
                  </a:lnTo>
                  <a:lnTo>
                    <a:pt x="3509" y="2488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1772000" y="4119800"/>
              <a:ext cx="74950" cy="75325"/>
            </a:xfrm>
            <a:custGeom>
              <a:avLst/>
              <a:gdLst/>
              <a:ahLst/>
              <a:cxnLst/>
              <a:rect l="l" t="t" r="r" b="b"/>
              <a:pathLst>
                <a:path w="2998" h="3013" extrusionOk="0">
                  <a:moveTo>
                    <a:pt x="1754" y="1"/>
                  </a:moveTo>
                  <a:cubicBezTo>
                    <a:pt x="1673" y="1"/>
                    <a:pt x="1590" y="8"/>
                    <a:pt x="1506" y="22"/>
                  </a:cubicBezTo>
                  <a:cubicBezTo>
                    <a:pt x="672" y="169"/>
                    <a:pt x="0" y="949"/>
                    <a:pt x="0" y="1769"/>
                  </a:cubicBezTo>
                  <a:cubicBezTo>
                    <a:pt x="0" y="2504"/>
                    <a:pt x="541" y="3013"/>
                    <a:pt x="1254" y="3013"/>
                  </a:cubicBezTo>
                  <a:cubicBezTo>
                    <a:pt x="1336" y="3013"/>
                    <a:pt x="1420" y="3006"/>
                    <a:pt x="1506" y="2992"/>
                  </a:cubicBezTo>
                  <a:cubicBezTo>
                    <a:pt x="2326" y="2844"/>
                    <a:pt x="2998" y="2078"/>
                    <a:pt x="2998" y="1245"/>
                  </a:cubicBezTo>
                  <a:cubicBezTo>
                    <a:pt x="2998" y="509"/>
                    <a:pt x="2457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1747450" y="4167025"/>
              <a:ext cx="56500" cy="80700"/>
            </a:xfrm>
            <a:custGeom>
              <a:avLst/>
              <a:gdLst/>
              <a:ahLst/>
              <a:cxnLst/>
              <a:rect l="l" t="t" r="r" b="b"/>
              <a:pathLst>
                <a:path w="2260" h="3228" extrusionOk="0">
                  <a:moveTo>
                    <a:pt x="1" y="1"/>
                  </a:moveTo>
                  <a:lnTo>
                    <a:pt x="1" y="3227"/>
                  </a:lnTo>
                  <a:lnTo>
                    <a:pt x="2259" y="2555"/>
                  </a:lnTo>
                  <a:lnTo>
                    <a:pt x="2259" y="1560"/>
                  </a:lnTo>
                  <a:cubicBezTo>
                    <a:pt x="2222" y="1562"/>
                    <a:pt x="2185" y="1564"/>
                    <a:pt x="2149" y="1564"/>
                  </a:cubicBezTo>
                  <a:cubicBezTo>
                    <a:pt x="1300" y="1564"/>
                    <a:pt x="630" y="972"/>
                    <a:pt x="566" y="12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1962956" y="4123350"/>
              <a:ext cx="71250" cy="60850"/>
            </a:xfrm>
            <a:custGeom>
              <a:avLst/>
              <a:gdLst/>
              <a:ahLst/>
              <a:cxnLst/>
              <a:rect l="l" t="t" r="r" b="b"/>
              <a:pathLst>
                <a:path w="2850" h="2434" extrusionOk="0">
                  <a:moveTo>
                    <a:pt x="2850" y="0"/>
                  </a:moveTo>
                  <a:lnTo>
                    <a:pt x="0" y="498"/>
                  </a:lnTo>
                  <a:cubicBezTo>
                    <a:pt x="0" y="1076"/>
                    <a:pt x="14" y="1735"/>
                    <a:pt x="41" y="2434"/>
                  </a:cubicBezTo>
                  <a:lnTo>
                    <a:pt x="2850" y="1627"/>
                  </a:lnTo>
                  <a:lnTo>
                    <a:pt x="285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1911450" y="4237275"/>
              <a:ext cx="50100" cy="49425"/>
            </a:xfrm>
            <a:custGeom>
              <a:avLst/>
              <a:gdLst/>
              <a:ahLst/>
              <a:cxnLst/>
              <a:rect l="l" t="t" r="r" b="b"/>
              <a:pathLst>
                <a:path w="2004" h="1977" extrusionOk="0">
                  <a:moveTo>
                    <a:pt x="1883" y="0"/>
                  </a:moveTo>
                  <a:lnTo>
                    <a:pt x="1" y="740"/>
                  </a:lnTo>
                  <a:lnTo>
                    <a:pt x="28" y="1976"/>
                  </a:lnTo>
                  <a:lnTo>
                    <a:pt x="2004" y="914"/>
                  </a:lnTo>
                  <a:cubicBezTo>
                    <a:pt x="1977" y="605"/>
                    <a:pt x="1923" y="296"/>
                    <a:pt x="188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1911718" y="4270593"/>
              <a:ext cx="62525" cy="91104"/>
            </a:xfrm>
            <a:custGeom>
              <a:avLst/>
              <a:gdLst/>
              <a:ahLst/>
              <a:cxnLst/>
              <a:rect l="l" t="t" r="r" b="b"/>
              <a:pathLst>
                <a:path w="2501" h="3630" extrusionOk="0">
                  <a:moveTo>
                    <a:pt x="2043" y="0"/>
                  </a:moveTo>
                  <a:lnTo>
                    <a:pt x="0" y="1075"/>
                  </a:lnTo>
                  <a:lnTo>
                    <a:pt x="54" y="3629"/>
                  </a:lnTo>
                  <a:lnTo>
                    <a:pt x="2500" y="2500"/>
                  </a:lnTo>
                  <a:cubicBezTo>
                    <a:pt x="2312" y="1613"/>
                    <a:pt x="2164" y="766"/>
                    <a:pt x="204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746800" y="4241650"/>
              <a:ext cx="57150" cy="133775"/>
            </a:xfrm>
            <a:custGeom>
              <a:avLst/>
              <a:gdLst/>
              <a:ahLst/>
              <a:cxnLst/>
              <a:rect l="l" t="t" r="r" b="b"/>
              <a:pathLst>
                <a:path w="2286" h="5351" extrusionOk="0">
                  <a:moveTo>
                    <a:pt x="2285" y="0"/>
                  </a:moveTo>
                  <a:lnTo>
                    <a:pt x="0" y="659"/>
                  </a:lnTo>
                  <a:lnTo>
                    <a:pt x="0" y="5350"/>
                  </a:lnTo>
                  <a:lnTo>
                    <a:pt x="2285" y="4127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1746450" y="4044725"/>
              <a:ext cx="288375" cy="384800"/>
            </a:xfrm>
            <a:custGeom>
              <a:avLst/>
              <a:gdLst/>
              <a:ahLst/>
              <a:cxnLst/>
              <a:rect l="l" t="t" r="r" b="b"/>
              <a:pathLst>
                <a:path w="11535" h="15392" extrusionOk="0">
                  <a:moveTo>
                    <a:pt x="2791" y="3001"/>
                  </a:moveTo>
                  <a:cubicBezTo>
                    <a:pt x="3487" y="3001"/>
                    <a:pt x="4020" y="3518"/>
                    <a:pt x="4020" y="4248"/>
                  </a:cubicBezTo>
                  <a:cubicBezTo>
                    <a:pt x="4020" y="5081"/>
                    <a:pt x="3348" y="5847"/>
                    <a:pt x="2528" y="5995"/>
                  </a:cubicBezTo>
                  <a:cubicBezTo>
                    <a:pt x="2432" y="6014"/>
                    <a:pt x="2338" y="6023"/>
                    <a:pt x="2246" y="6023"/>
                  </a:cubicBezTo>
                  <a:cubicBezTo>
                    <a:pt x="1548" y="6023"/>
                    <a:pt x="1022" y="5497"/>
                    <a:pt x="1022" y="4772"/>
                  </a:cubicBezTo>
                  <a:cubicBezTo>
                    <a:pt x="1022" y="3952"/>
                    <a:pt x="1694" y="3172"/>
                    <a:pt x="2528" y="3025"/>
                  </a:cubicBezTo>
                  <a:cubicBezTo>
                    <a:pt x="2618" y="3008"/>
                    <a:pt x="2706" y="3001"/>
                    <a:pt x="2791" y="3001"/>
                  </a:cubicBezTo>
                  <a:close/>
                  <a:moveTo>
                    <a:pt x="8268" y="3737"/>
                  </a:moveTo>
                  <a:cubicBezTo>
                    <a:pt x="8268" y="4302"/>
                    <a:pt x="8281" y="4974"/>
                    <a:pt x="8321" y="5713"/>
                  </a:cubicBezTo>
                  <a:lnTo>
                    <a:pt x="6560" y="6224"/>
                  </a:lnTo>
                  <a:lnTo>
                    <a:pt x="6520" y="4033"/>
                  </a:lnTo>
                  <a:lnTo>
                    <a:pt x="8268" y="3737"/>
                  </a:lnTo>
                  <a:close/>
                  <a:moveTo>
                    <a:pt x="6077" y="4100"/>
                  </a:moveTo>
                  <a:lnTo>
                    <a:pt x="6130" y="6331"/>
                  </a:lnTo>
                  <a:lnTo>
                    <a:pt x="2743" y="7313"/>
                  </a:lnTo>
                  <a:lnTo>
                    <a:pt x="2743" y="6385"/>
                  </a:lnTo>
                  <a:cubicBezTo>
                    <a:pt x="3630" y="6130"/>
                    <a:pt x="4342" y="5296"/>
                    <a:pt x="4437" y="4409"/>
                  </a:cubicBezTo>
                  <a:lnTo>
                    <a:pt x="6077" y="4100"/>
                  </a:lnTo>
                  <a:close/>
                  <a:moveTo>
                    <a:pt x="8348" y="6116"/>
                  </a:moveTo>
                  <a:cubicBezTo>
                    <a:pt x="8389" y="6493"/>
                    <a:pt x="8415" y="6856"/>
                    <a:pt x="8456" y="7259"/>
                  </a:cubicBezTo>
                  <a:lnTo>
                    <a:pt x="6601" y="7998"/>
                  </a:lnTo>
                  <a:lnTo>
                    <a:pt x="6574" y="6640"/>
                  </a:lnTo>
                  <a:lnTo>
                    <a:pt x="8348" y="6116"/>
                  </a:lnTo>
                  <a:close/>
                  <a:moveTo>
                    <a:pt x="6130" y="6761"/>
                  </a:moveTo>
                  <a:lnTo>
                    <a:pt x="6171" y="8173"/>
                  </a:lnTo>
                  <a:lnTo>
                    <a:pt x="2743" y="9517"/>
                  </a:lnTo>
                  <a:lnTo>
                    <a:pt x="2743" y="7743"/>
                  </a:lnTo>
                  <a:lnTo>
                    <a:pt x="6130" y="6761"/>
                  </a:lnTo>
                  <a:close/>
                  <a:moveTo>
                    <a:pt x="8483" y="7702"/>
                  </a:moveTo>
                  <a:cubicBezTo>
                    <a:pt x="8523" y="7998"/>
                    <a:pt x="8550" y="8307"/>
                    <a:pt x="8604" y="8616"/>
                  </a:cubicBezTo>
                  <a:lnTo>
                    <a:pt x="6614" y="9678"/>
                  </a:lnTo>
                  <a:lnTo>
                    <a:pt x="6601" y="8442"/>
                  </a:lnTo>
                  <a:lnTo>
                    <a:pt x="8483" y="7702"/>
                  </a:lnTo>
                  <a:close/>
                  <a:moveTo>
                    <a:pt x="6157" y="8603"/>
                  </a:moveTo>
                  <a:lnTo>
                    <a:pt x="6184" y="9920"/>
                  </a:lnTo>
                  <a:lnTo>
                    <a:pt x="2729" y="11762"/>
                  </a:lnTo>
                  <a:lnTo>
                    <a:pt x="2729" y="9961"/>
                  </a:lnTo>
                  <a:lnTo>
                    <a:pt x="6157" y="8603"/>
                  </a:lnTo>
                  <a:close/>
                  <a:moveTo>
                    <a:pt x="8657" y="9047"/>
                  </a:moveTo>
                  <a:cubicBezTo>
                    <a:pt x="8792" y="9826"/>
                    <a:pt x="8940" y="10673"/>
                    <a:pt x="9128" y="11560"/>
                  </a:cubicBezTo>
                  <a:lnTo>
                    <a:pt x="6668" y="12689"/>
                  </a:lnTo>
                  <a:lnTo>
                    <a:pt x="6614" y="10135"/>
                  </a:lnTo>
                  <a:lnTo>
                    <a:pt x="8657" y="9047"/>
                  </a:lnTo>
                  <a:close/>
                  <a:moveTo>
                    <a:pt x="6198" y="10391"/>
                  </a:moveTo>
                  <a:lnTo>
                    <a:pt x="6251" y="12878"/>
                  </a:lnTo>
                  <a:lnTo>
                    <a:pt x="2743" y="13832"/>
                  </a:lnTo>
                  <a:lnTo>
                    <a:pt x="2743" y="12232"/>
                  </a:lnTo>
                  <a:lnTo>
                    <a:pt x="6198" y="10391"/>
                  </a:lnTo>
                  <a:close/>
                  <a:moveTo>
                    <a:pt x="9047" y="0"/>
                  </a:moveTo>
                  <a:lnTo>
                    <a:pt x="8590" y="81"/>
                  </a:lnTo>
                  <a:cubicBezTo>
                    <a:pt x="8469" y="686"/>
                    <a:pt x="8308" y="1748"/>
                    <a:pt x="8268" y="3293"/>
                  </a:cubicBezTo>
                  <a:lnTo>
                    <a:pt x="6507" y="3603"/>
                  </a:lnTo>
                  <a:lnTo>
                    <a:pt x="6439" y="457"/>
                  </a:lnTo>
                  <a:lnTo>
                    <a:pt x="5996" y="538"/>
                  </a:lnTo>
                  <a:lnTo>
                    <a:pt x="6063" y="3683"/>
                  </a:lnTo>
                  <a:lnTo>
                    <a:pt x="4423" y="3965"/>
                  </a:lnTo>
                  <a:cubicBezTo>
                    <a:pt x="4319" y="3121"/>
                    <a:pt x="3663" y="2565"/>
                    <a:pt x="2818" y="2565"/>
                  </a:cubicBezTo>
                  <a:cubicBezTo>
                    <a:pt x="2789" y="2565"/>
                    <a:pt x="2759" y="2566"/>
                    <a:pt x="2729" y="2567"/>
                  </a:cubicBezTo>
                  <a:lnTo>
                    <a:pt x="2729" y="1116"/>
                  </a:lnTo>
                  <a:lnTo>
                    <a:pt x="2286" y="1196"/>
                  </a:lnTo>
                  <a:lnTo>
                    <a:pt x="2286" y="2662"/>
                  </a:lnTo>
                  <a:cubicBezTo>
                    <a:pt x="1426" y="2904"/>
                    <a:pt x="740" y="3683"/>
                    <a:pt x="606" y="4557"/>
                  </a:cubicBezTo>
                  <a:lnTo>
                    <a:pt x="14" y="4422"/>
                  </a:lnTo>
                  <a:lnTo>
                    <a:pt x="14" y="4893"/>
                  </a:lnTo>
                  <a:lnTo>
                    <a:pt x="592" y="5014"/>
                  </a:lnTo>
                  <a:cubicBezTo>
                    <a:pt x="656" y="5869"/>
                    <a:pt x="1313" y="6457"/>
                    <a:pt x="2150" y="6457"/>
                  </a:cubicBezTo>
                  <a:cubicBezTo>
                    <a:pt x="2195" y="6457"/>
                    <a:pt x="2240" y="6456"/>
                    <a:pt x="2286" y="6452"/>
                  </a:cubicBezTo>
                  <a:lnTo>
                    <a:pt x="2286" y="7447"/>
                  </a:lnTo>
                  <a:lnTo>
                    <a:pt x="1" y="8106"/>
                  </a:lnTo>
                  <a:lnTo>
                    <a:pt x="1" y="8536"/>
                  </a:lnTo>
                  <a:lnTo>
                    <a:pt x="2286" y="7877"/>
                  </a:lnTo>
                  <a:lnTo>
                    <a:pt x="2286" y="12004"/>
                  </a:lnTo>
                  <a:lnTo>
                    <a:pt x="1" y="13227"/>
                  </a:lnTo>
                  <a:lnTo>
                    <a:pt x="1" y="13684"/>
                  </a:lnTo>
                  <a:lnTo>
                    <a:pt x="2286" y="12447"/>
                  </a:lnTo>
                  <a:lnTo>
                    <a:pt x="2286" y="15391"/>
                  </a:lnTo>
                  <a:lnTo>
                    <a:pt x="2729" y="15311"/>
                  </a:lnTo>
                  <a:lnTo>
                    <a:pt x="2729" y="14249"/>
                  </a:lnTo>
                  <a:lnTo>
                    <a:pt x="6238" y="13281"/>
                  </a:lnTo>
                  <a:lnTo>
                    <a:pt x="6265" y="14692"/>
                  </a:lnTo>
                  <a:lnTo>
                    <a:pt x="6708" y="14598"/>
                  </a:lnTo>
                  <a:lnTo>
                    <a:pt x="6668" y="13120"/>
                  </a:lnTo>
                  <a:lnTo>
                    <a:pt x="9195" y="11964"/>
                  </a:lnTo>
                  <a:cubicBezTo>
                    <a:pt x="9343" y="12636"/>
                    <a:pt x="9518" y="13348"/>
                    <a:pt x="9719" y="14087"/>
                  </a:cubicBezTo>
                  <a:lnTo>
                    <a:pt x="10163" y="13993"/>
                  </a:lnTo>
                  <a:cubicBezTo>
                    <a:pt x="9961" y="13227"/>
                    <a:pt x="9787" y="12488"/>
                    <a:pt x="9612" y="11762"/>
                  </a:cubicBezTo>
                  <a:lnTo>
                    <a:pt x="11534" y="10875"/>
                  </a:lnTo>
                  <a:lnTo>
                    <a:pt x="11534" y="10418"/>
                  </a:lnTo>
                  <a:lnTo>
                    <a:pt x="9518" y="11345"/>
                  </a:lnTo>
                  <a:cubicBezTo>
                    <a:pt x="9330" y="10458"/>
                    <a:pt x="9182" y="9598"/>
                    <a:pt x="9061" y="8805"/>
                  </a:cubicBezTo>
                  <a:lnTo>
                    <a:pt x="11534" y="7474"/>
                  </a:lnTo>
                  <a:lnTo>
                    <a:pt x="11534" y="7030"/>
                  </a:lnTo>
                  <a:lnTo>
                    <a:pt x="8993" y="8388"/>
                  </a:lnTo>
                  <a:cubicBezTo>
                    <a:pt x="8872" y="7528"/>
                    <a:pt x="8792" y="6735"/>
                    <a:pt x="8738" y="5995"/>
                  </a:cubicBezTo>
                  <a:lnTo>
                    <a:pt x="11507" y="5189"/>
                  </a:lnTo>
                  <a:lnTo>
                    <a:pt x="11507" y="4759"/>
                  </a:lnTo>
                  <a:lnTo>
                    <a:pt x="8711" y="5565"/>
                  </a:lnTo>
                  <a:cubicBezTo>
                    <a:pt x="8671" y="4853"/>
                    <a:pt x="8657" y="4221"/>
                    <a:pt x="8657" y="3629"/>
                  </a:cubicBezTo>
                  <a:lnTo>
                    <a:pt x="11507" y="3132"/>
                  </a:lnTo>
                  <a:lnTo>
                    <a:pt x="11507" y="2688"/>
                  </a:lnTo>
                  <a:lnTo>
                    <a:pt x="8671" y="3199"/>
                  </a:lnTo>
                  <a:cubicBezTo>
                    <a:pt x="8752" y="1627"/>
                    <a:pt x="8926" y="551"/>
                    <a:pt x="904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1689325" y="4389500"/>
              <a:ext cx="50775" cy="48750"/>
            </a:xfrm>
            <a:custGeom>
              <a:avLst/>
              <a:gdLst/>
              <a:ahLst/>
              <a:cxnLst/>
              <a:rect l="l" t="t" r="r" b="b"/>
              <a:pathLst>
                <a:path w="2031" h="1950" extrusionOk="0">
                  <a:moveTo>
                    <a:pt x="1748" y="1"/>
                  </a:moveTo>
                  <a:lnTo>
                    <a:pt x="1" y="377"/>
                  </a:lnTo>
                  <a:lnTo>
                    <a:pt x="350" y="1654"/>
                  </a:lnTo>
                  <a:lnTo>
                    <a:pt x="2030" y="1950"/>
                  </a:lnTo>
                  <a:lnTo>
                    <a:pt x="174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1698725" y="4075975"/>
              <a:ext cx="48100" cy="79325"/>
            </a:xfrm>
            <a:custGeom>
              <a:avLst/>
              <a:gdLst/>
              <a:ahLst/>
              <a:cxnLst/>
              <a:rect l="l" t="t" r="r" b="b"/>
              <a:pathLst>
                <a:path w="1924" h="3173" extrusionOk="0">
                  <a:moveTo>
                    <a:pt x="1" y="0"/>
                  </a:moveTo>
                  <a:lnTo>
                    <a:pt x="310" y="2245"/>
                  </a:lnTo>
                  <a:lnTo>
                    <a:pt x="1923" y="3172"/>
                  </a:lnTo>
                  <a:lnTo>
                    <a:pt x="1923" y="3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1607000" y="4061525"/>
              <a:ext cx="83350" cy="30250"/>
            </a:xfrm>
            <a:custGeom>
              <a:avLst/>
              <a:gdLst/>
              <a:ahLst/>
              <a:cxnLst/>
              <a:rect l="l" t="t" r="r" b="b"/>
              <a:pathLst>
                <a:path w="3334" h="1210" extrusionOk="0">
                  <a:moveTo>
                    <a:pt x="484" y="0"/>
                  </a:moveTo>
                  <a:cubicBezTo>
                    <a:pt x="350" y="215"/>
                    <a:pt x="188" y="511"/>
                    <a:pt x="0" y="820"/>
                  </a:cubicBezTo>
                  <a:lnTo>
                    <a:pt x="3334" y="1210"/>
                  </a:lnTo>
                  <a:lnTo>
                    <a:pt x="3226" y="484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1640250" y="4400925"/>
              <a:ext cx="46075" cy="27925"/>
            </a:xfrm>
            <a:custGeom>
              <a:avLst/>
              <a:gdLst/>
              <a:ahLst/>
              <a:cxnLst/>
              <a:rect l="l" t="t" r="r" b="b"/>
              <a:pathLst>
                <a:path w="1843" h="1117" extrusionOk="0">
                  <a:moveTo>
                    <a:pt x="1547" y="1"/>
                  </a:moveTo>
                  <a:lnTo>
                    <a:pt x="1" y="337"/>
                  </a:lnTo>
                  <a:cubicBezTo>
                    <a:pt x="122" y="538"/>
                    <a:pt x="216" y="713"/>
                    <a:pt x="283" y="848"/>
                  </a:cubicBezTo>
                  <a:lnTo>
                    <a:pt x="1843" y="1116"/>
                  </a:lnTo>
                  <a:lnTo>
                    <a:pt x="1843" y="1116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1458450" y="4033950"/>
              <a:ext cx="175775" cy="385825"/>
            </a:xfrm>
            <a:custGeom>
              <a:avLst/>
              <a:gdLst/>
              <a:ahLst/>
              <a:cxnLst/>
              <a:rect l="l" t="t" r="r" b="b"/>
              <a:pathLst>
                <a:path w="7031" h="15433" extrusionOk="0">
                  <a:moveTo>
                    <a:pt x="1" y="1"/>
                  </a:moveTo>
                  <a:lnTo>
                    <a:pt x="1" y="14196"/>
                  </a:lnTo>
                  <a:lnTo>
                    <a:pt x="7031" y="15432"/>
                  </a:lnTo>
                  <a:cubicBezTo>
                    <a:pt x="6090" y="13806"/>
                    <a:pt x="3375" y="8900"/>
                    <a:pt x="3657" y="6534"/>
                  </a:cubicBezTo>
                  <a:cubicBezTo>
                    <a:pt x="3899" y="4544"/>
                    <a:pt x="5176" y="2246"/>
                    <a:pt x="5915" y="103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1708189" y="4144847"/>
              <a:ext cx="39262" cy="102525"/>
            </a:xfrm>
            <a:custGeom>
              <a:avLst/>
              <a:gdLst/>
              <a:ahLst/>
              <a:cxnLst/>
              <a:rect l="l" t="t" r="r" b="b"/>
              <a:pathLst>
                <a:path w="1520" h="4101" extrusionOk="0">
                  <a:moveTo>
                    <a:pt x="0" y="1"/>
                  </a:moveTo>
                  <a:lnTo>
                    <a:pt x="565" y="4047"/>
                  </a:lnTo>
                  <a:lnTo>
                    <a:pt x="1519" y="4101"/>
                  </a:lnTo>
                  <a:lnTo>
                    <a:pt x="1519" y="8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1633200" y="4141825"/>
              <a:ext cx="79350" cy="103875"/>
            </a:xfrm>
            <a:custGeom>
              <a:avLst/>
              <a:gdLst/>
              <a:ahLst/>
              <a:cxnLst/>
              <a:rect l="l" t="t" r="r" b="b"/>
              <a:pathLst>
                <a:path w="3174" h="4155" extrusionOk="0">
                  <a:moveTo>
                    <a:pt x="2568" y="1"/>
                  </a:moveTo>
                  <a:lnTo>
                    <a:pt x="1" y="418"/>
                  </a:lnTo>
                  <a:lnTo>
                    <a:pt x="579" y="4033"/>
                  </a:lnTo>
                  <a:lnTo>
                    <a:pt x="3173" y="4154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1573016" y="4092776"/>
              <a:ext cx="123062" cy="57819"/>
            </a:xfrm>
            <a:custGeom>
              <a:avLst/>
              <a:gdLst/>
              <a:ahLst/>
              <a:cxnLst/>
              <a:rect l="l" t="t" r="r" b="b"/>
              <a:pathLst>
                <a:path w="4867" h="2313" extrusionOk="0">
                  <a:moveTo>
                    <a:pt x="1076" y="0"/>
                  </a:moveTo>
                  <a:cubicBezTo>
                    <a:pt x="699" y="672"/>
                    <a:pt x="296" y="1479"/>
                    <a:pt x="0" y="2312"/>
                  </a:cubicBezTo>
                  <a:lnTo>
                    <a:pt x="4866" y="1519"/>
                  </a:lnTo>
                  <a:lnTo>
                    <a:pt x="4705" y="417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1559600" y="4153925"/>
              <a:ext cx="77650" cy="88750"/>
            </a:xfrm>
            <a:custGeom>
              <a:avLst/>
              <a:gdLst/>
              <a:ahLst/>
              <a:cxnLst/>
              <a:rect l="l" t="t" r="r" b="b"/>
              <a:pathLst>
                <a:path w="3106" h="3550" extrusionOk="0">
                  <a:moveTo>
                    <a:pt x="2515" y="1"/>
                  </a:moveTo>
                  <a:lnTo>
                    <a:pt x="404" y="350"/>
                  </a:lnTo>
                  <a:cubicBezTo>
                    <a:pt x="229" y="861"/>
                    <a:pt x="122" y="1385"/>
                    <a:pt x="55" y="1869"/>
                  </a:cubicBezTo>
                  <a:cubicBezTo>
                    <a:pt x="1" y="2299"/>
                    <a:pt x="68" y="2837"/>
                    <a:pt x="202" y="3428"/>
                  </a:cubicBezTo>
                  <a:lnTo>
                    <a:pt x="3106" y="3549"/>
                  </a:lnTo>
                  <a:lnTo>
                    <a:pt x="251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1724600" y="4256775"/>
              <a:ext cx="22225" cy="119300"/>
            </a:xfrm>
            <a:custGeom>
              <a:avLst/>
              <a:gdLst/>
              <a:ahLst/>
              <a:cxnLst/>
              <a:rect l="l" t="t" r="r" b="b"/>
              <a:pathLst>
                <a:path w="889" h="4772" extrusionOk="0">
                  <a:moveTo>
                    <a:pt x="1" y="0"/>
                  </a:moveTo>
                  <a:lnTo>
                    <a:pt x="686" y="4772"/>
                  </a:lnTo>
                  <a:lnTo>
                    <a:pt x="888" y="4745"/>
                  </a:lnTo>
                  <a:lnTo>
                    <a:pt x="888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1669089" y="4310518"/>
              <a:ext cx="62530" cy="77333"/>
            </a:xfrm>
            <a:custGeom>
              <a:avLst/>
              <a:gdLst/>
              <a:ahLst/>
              <a:cxnLst/>
              <a:rect l="l" t="t" r="r" b="b"/>
              <a:pathLst>
                <a:path w="2488" h="3093" extrusionOk="0">
                  <a:moveTo>
                    <a:pt x="2098" y="1"/>
                  </a:moveTo>
                  <a:lnTo>
                    <a:pt x="1" y="525"/>
                  </a:lnTo>
                  <a:lnTo>
                    <a:pt x="687" y="3092"/>
                  </a:lnTo>
                  <a:lnTo>
                    <a:pt x="2488" y="2716"/>
                  </a:ln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1649976" y="4254075"/>
              <a:ext cx="69575" cy="58825"/>
            </a:xfrm>
            <a:custGeom>
              <a:avLst/>
              <a:gdLst/>
              <a:ahLst/>
              <a:cxnLst/>
              <a:rect l="l" t="t" r="r" b="b"/>
              <a:pathLst>
                <a:path w="2783" h="2353" extrusionOk="0">
                  <a:moveTo>
                    <a:pt x="0" y="0"/>
                  </a:moveTo>
                  <a:lnTo>
                    <a:pt x="619" y="2353"/>
                  </a:lnTo>
                  <a:lnTo>
                    <a:pt x="2783" y="1815"/>
                  </a:lnTo>
                  <a:lnTo>
                    <a:pt x="2541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1567675" y="4250725"/>
              <a:ext cx="88400" cy="78975"/>
            </a:xfrm>
            <a:custGeom>
              <a:avLst/>
              <a:gdLst/>
              <a:ahLst/>
              <a:cxnLst/>
              <a:rect l="l" t="t" r="r" b="b"/>
              <a:pathLst>
                <a:path w="3536" h="3159" extrusionOk="0">
                  <a:moveTo>
                    <a:pt x="0" y="0"/>
                  </a:moveTo>
                  <a:lnTo>
                    <a:pt x="0" y="0"/>
                  </a:lnTo>
                  <a:cubicBezTo>
                    <a:pt x="283" y="981"/>
                    <a:pt x="740" y="2110"/>
                    <a:pt x="1237" y="3159"/>
                  </a:cubicBezTo>
                  <a:lnTo>
                    <a:pt x="3536" y="2581"/>
                  </a:lnTo>
                  <a:lnTo>
                    <a:pt x="2864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1603300" y="4326040"/>
              <a:ext cx="72950" cy="72600"/>
            </a:xfrm>
            <a:custGeom>
              <a:avLst/>
              <a:gdLst/>
              <a:ahLst/>
              <a:cxnLst/>
              <a:rect l="l" t="t" r="r" b="b"/>
              <a:pathLst>
                <a:path w="2918" h="2904" extrusionOk="0">
                  <a:moveTo>
                    <a:pt x="2232" y="0"/>
                  </a:moveTo>
                  <a:lnTo>
                    <a:pt x="0" y="538"/>
                  </a:lnTo>
                  <a:cubicBezTo>
                    <a:pt x="430" y="1438"/>
                    <a:pt x="887" y="2272"/>
                    <a:pt x="1237" y="2904"/>
                  </a:cubicBezTo>
                  <a:lnTo>
                    <a:pt x="2917" y="255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1542800" y="4059175"/>
              <a:ext cx="204025" cy="379750"/>
            </a:xfrm>
            <a:custGeom>
              <a:avLst/>
              <a:gdLst/>
              <a:ahLst/>
              <a:cxnLst/>
              <a:rect l="l" t="t" r="r" b="b"/>
              <a:pathLst>
                <a:path w="8161" h="15190" extrusionOk="0">
                  <a:moveTo>
                    <a:pt x="2313" y="1344"/>
                  </a:moveTo>
                  <a:lnTo>
                    <a:pt x="5942" y="1761"/>
                  </a:lnTo>
                  <a:lnTo>
                    <a:pt x="6103" y="2850"/>
                  </a:lnTo>
                  <a:lnTo>
                    <a:pt x="1224" y="3643"/>
                  </a:lnTo>
                  <a:cubicBezTo>
                    <a:pt x="1547" y="2823"/>
                    <a:pt x="1950" y="2016"/>
                    <a:pt x="2313" y="1344"/>
                  </a:cubicBezTo>
                  <a:close/>
                  <a:moveTo>
                    <a:pt x="3187" y="3777"/>
                  </a:moveTo>
                  <a:lnTo>
                    <a:pt x="3765" y="7326"/>
                  </a:lnTo>
                  <a:lnTo>
                    <a:pt x="861" y="7205"/>
                  </a:lnTo>
                  <a:cubicBezTo>
                    <a:pt x="727" y="6614"/>
                    <a:pt x="673" y="6076"/>
                    <a:pt x="727" y="5646"/>
                  </a:cubicBezTo>
                  <a:cubicBezTo>
                    <a:pt x="767" y="5148"/>
                    <a:pt x="901" y="4651"/>
                    <a:pt x="1076" y="4127"/>
                  </a:cubicBezTo>
                  <a:lnTo>
                    <a:pt x="3187" y="3777"/>
                  </a:lnTo>
                  <a:close/>
                  <a:moveTo>
                    <a:pt x="6184" y="3307"/>
                  </a:moveTo>
                  <a:lnTo>
                    <a:pt x="6789" y="7460"/>
                  </a:lnTo>
                  <a:lnTo>
                    <a:pt x="4195" y="7353"/>
                  </a:lnTo>
                  <a:lnTo>
                    <a:pt x="3617" y="3724"/>
                  </a:lnTo>
                  <a:lnTo>
                    <a:pt x="6184" y="3307"/>
                  </a:lnTo>
                  <a:close/>
                  <a:moveTo>
                    <a:pt x="4289" y="7796"/>
                  </a:moveTo>
                  <a:lnTo>
                    <a:pt x="6829" y="7891"/>
                  </a:lnTo>
                  <a:lnTo>
                    <a:pt x="7085" y="9611"/>
                  </a:lnTo>
                  <a:lnTo>
                    <a:pt x="4921" y="10149"/>
                  </a:lnTo>
                  <a:lnTo>
                    <a:pt x="4289" y="7796"/>
                  </a:lnTo>
                  <a:close/>
                  <a:moveTo>
                    <a:pt x="995" y="7662"/>
                  </a:moveTo>
                  <a:lnTo>
                    <a:pt x="3859" y="7770"/>
                  </a:lnTo>
                  <a:lnTo>
                    <a:pt x="4531" y="10243"/>
                  </a:lnTo>
                  <a:lnTo>
                    <a:pt x="2232" y="10808"/>
                  </a:lnTo>
                  <a:cubicBezTo>
                    <a:pt x="1735" y="9772"/>
                    <a:pt x="1264" y="8643"/>
                    <a:pt x="995" y="7662"/>
                  </a:cubicBezTo>
                  <a:close/>
                  <a:moveTo>
                    <a:pt x="7179" y="10055"/>
                  </a:moveTo>
                  <a:lnTo>
                    <a:pt x="7555" y="12770"/>
                  </a:lnTo>
                  <a:lnTo>
                    <a:pt x="5741" y="13146"/>
                  </a:lnTo>
                  <a:lnTo>
                    <a:pt x="5055" y="10579"/>
                  </a:lnTo>
                  <a:lnTo>
                    <a:pt x="7179" y="10055"/>
                  </a:lnTo>
                  <a:close/>
                  <a:moveTo>
                    <a:pt x="4638" y="10673"/>
                  </a:moveTo>
                  <a:lnTo>
                    <a:pt x="5324" y="13227"/>
                  </a:lnTo>
                  <a:lnTo>
                    <a:pt x="3657" y="13604"/>
                  </a:lnTo>
                  <a:cubicBezTo>
                    <a:pt x="3307" y="12985"/>
                    <a:pt x="2850" y="12138"/>
                    <a:pt x="2420" y="11238"/>
                  </a:cubicBezTo>
                  <a:lnTo>
                    <a:pt x="4638" y="10673"/>
                  </a:lnTo>
                  <a:close/>
                  <a:moveTo>
                    <a:pt x="2541" y="0"/>
                  </a:moveTo>
                  <a:cubicBezTo>
                    <a:pt x="1775" y="1210"/>
                    <a:pt x="525" y="3508"/>
                    <a:pt x="283" y="5484"/>
                  </a:cubicBezTo>
                  <a:cubicBezTo>
                    <a:pt x="1" y="7877"/>
                    <a:pt x="2716" y="12770"/>
                    <a:pt x="3657" y="14397"/>
                  </a:cubicBezTo>
                  <a:lnTo>
                    <a:pt x="4181" y="14477"/>
                  </a:lnTo>
                  <a:cubicBezTo>
                    <a:pt x="4114" y="14343"/>
                    <a:pt x="4020" y="14182"/>
                    <a:pt x="3899" y="13980"/>
                  </a:cubicBezTo>
                  <a:lnTo>
                    <a:pt x="5458" y="13644"/>
                  </a:lnTo>
                  <a:lnTo>
                    <a:pt x="5767" y="14746"/>
                  </a:lnTo>
                  <a:lnTo>
                    <a:pt x="6211" y="14827"/>
                  </a:lnTo>
                  <a:lnTo>
                    <a:pt x="6211" y="14827"/>
                  </a:lnTo>
                  <a:lnTo>
                    <a:pt x="5862" y="13550"/>
                  </a:lnTo>
                  <a:lnTo>
                    <a:pt x="7609" y="13187"/>
                  </a:lnTo>
                  <a:lnTo>
                    <a:pt x="7891" y="15136"/>
                  </a:lnTo>
                  <a:lnTo>
                    <a:pt x="8160" y="15190"/>
                  </a:lnTo>
                  <a:lnTo>
                    <a:pt x="8160" y="14061"/>
                  </a:lnTo>
                  <a:lnTo>
                    <a:pt x="8026" y="13133"/>
                  </a:lnTo>
                  <a:lnTo>
                    <a:pt x="8160" y="13106"/>
                  </a:lnTo>
                  <a:lnTo>
                    <a:pt x="8160" y="12649"/>
                  </a:lnTo>
                  <a:lnTo>
                    <a:pt x="7958" y="12676"/>
                  </a:lnTo>
                  <a:lnTo>
                    <a:pt x="7273" y="7904"/>
                  </a:lnTo>
                  <a:lnTo>
                    <a:pt x="8160" y="7958"/>
                  </a:lnTo>
                  <a:lnTo>
                    <a:pt x="8160" y="7528"/>
                  </a:lnTo>
                  <a:lnTo>
                    <a:pt x="7206" y="7460"/>
                  </a:lnTo>
                  <a:lnTo>
                    <a:pt x="6614" y="3401"/>
                  </a:lnTo>
                  <a:lnTo>
                    <a:pt x="8160" y="4275"/>
                  </a:lnTo>
                  <a:lnTo>
                    <a:pt x="8160" y="3804"/>
                  </a:lnTo>
                  <a:lnTo>
                    <a:pt x="6547" y="2904"/>
                  </a:lnTo>
                  <a:lnTo>
                    <a:pt x="6238" y="645"/>
                  </a:lnTo>
                  <a:lnTo>
                    <a:pt x="5794" y="565"/>
                  </a:lnTo>
                  <a:lnTo>
                    <a:pt x="5902" y="1290"/>
                  </a:lnTo>
                  <a:lnTo>
                    <a:pt x="2555" y="901"/>
                  </a:lnTo>
                  <a:cubicBezTo>
                    <a:pt x="2743" y="578"/>
                    <a:pt x="2904" y="309"/>
                    <a:pt x="3039" y="81"/>
                  </a:cubicBezTo>
                  <a:lnTo>
                    <a:pt x="254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743425" y="4386825"/>
              <a:ext cx="3400" cy="24550"/>
            </a:xfrm>
            <a:custGeom>
              <a:avLst/>
              <a:gdLst/>
              <a:ahLst/>
              <a:cxnLst/>
              <a:rect l="l" t="t" r="r" b="b"/>
              <a:pathLst>
                <a:path w="136" h="982" extrusionOk="0">
                  <a:moveTo>
                    <a:pt x="135" y="0"/>
                  </a:moveTo>
                  <a:lnTo>
                    <a:pt x="1" y="27"/>
                  </a:lnTo>
                  <a:lnTo>
                    <a:pt x="135" y="981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1990425" y="4105500"/>
              <a:ext cx="171425" cy="181875"/>
            </a:xfrm>
            <a:custGeom>
              <a:avLst/>
              <a:gdLst/>
              <a:ahLst/>
              <a:cxnLst/>
              <a:rect l="l" t="t" r="r" b="b"/>
              <a:pathLst>
                <a:path w="6857" h="7275" extrusionOk="0">
                  <a:moveTo>
                    <a:pt x="1448" y="0"/>
                  </a:moveTo>
                  <a:cubicBezTo>
                    <a:pt x="1238" y="0"/>
                    <a:pt x="1027" y="75"/>
                    <a:pt x="834" y="271"/>
                  </a:cubicBezTo>
                  <a:cubicBezTo>
                    <a:pt x="1" y="1091"/>
                    <a:pt x="2810" y="2570"/>
                    <a:pt x="2810" y="2570"/>
                  </a:cubicBezTo>
                  <a:cubicBezTo>
                    <a:pt x="2810" y="2570"/>
                    <a:pt x="4934" y="7274"/>
                    <a:pt x="6023" y="7274"/>
                  </a:cubicBezTo>
                  <a:cubicBezTo>
                    <a:pt x="6856" y="7274"/>
                    <a:pt x="6776" y="6105"/>
                    <a:pt x="6708" y="5648"/>
                  </a:cubicBezTo>
                  <a:cubicBezTo>
                    <a:pt x="6453" y="3994"/>
                    <a:pt x="5055" y="2932"/>
                    <a:pt x="3953" y="1803"/>
                  </a:cubicBezTo>
                  <a:cubicBezTo>
                    <a:pt x="3953" y="1803"/>
                    <a:pt x="3334" y="580"/>
                    <a:pt x="2810" y="69"/>
                  </a:cubicBezTo>
                  <a:lnTo>
                    <a:pt x="2810" y="795"/>
                  </a:lnTo>
                  <a:cubicBezTo>
                    <a:pt x="2810" y="795"/>
                    <a:pt x="2133" y="0"/>
                    <a:pt x="1448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1285725" y="4079125"/>
              <a:ext cx="210400" cy="180625"/>
            </a:xfrm>
            <a:custGeom>
              <a:avLst/>
              <a:gdLst/>
              <a:ahLst/>
              <a:cxnLst/>
              <a:rect l="l" t="t" r="r" b="b"/>
              <a:pathLst>
                <a:path w="8416" h="7225" extrusionOk="0">
                  <a:moveTo>
                    <a:pt x="7081" y="0"/>
                  </a:moveTo>
                  <a:cubicBezTo>
                    <a:pt x="6471" y="0"/>
                    <a:pt x="5915" y="721"/>
                    <a:pt x="5915" y="721"/>
                  </a:cubicBezTo>
                  <a:lnTo>
                    <a:pt x="5915" y="9"/>
                  </a:lnTo>
                  <a:cubicBezTo>
                    <a:pt x="5404" y="492"/>
                    <a:pt x="5310" y="1890"/>
                    <a:pt x="5310" y="1890"/>
                  </a:cubicBezTo>
                  <a:cubicBezTo>
                    <a:pt x="5310" y="1890"/>
                    <a:pt x="0" y="5990"/>
                    <a:pt x="1896" y="7079"/>
                  </a:cubicBezTo>
                  <a:cubicBezTo>
                    <a:pt x="2065" y="7179"/>
                    <a:pt x="2238" y="7224"/>
                    <a:pt x="2412" y="7224"/>
                  </a:cubicBezTo>
                  <a:cubicBezTo>
                    <a:pt x="4190" y="7224"/>
                    <a:pt x="6130" y="2509"/>
                    <a:pt x="6130" y="2509"/>
                  </a:cubicBezTo>
                  <a:cubicBezTo>
                    <a:pt x="6130" y="2509"/>
                    <a:pt x="8415" y="1030"/>
                    <a:pt x="7649" y="251"/>
                  </a:cubicBezTo>
                  <a:cubicBezTo>
                    <a:pt x="7465" y="69"/>
                    <a:pt x="7270" y="0"/>
                    <a:pt x="7081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801575" y="3918350"/>
              <a:ext cx="96475" cy="102525"/>
            </a:xfrm>
            <a:custGeom>
              <a:avLst/>
              <a:gdLst/>
              <a:ahLst/>
              <a:cxnLst/>
              <a:rect l="l" t="t" r="r" b="b"/>
              <a:pathLst>
                <a:path w="3859" h="4101" extrusionOk="0">
                  <a:moveTo>
                    <a:pt x="3858" y="1"/>
                  </a:moveTo>
                  <a:cubicBezTo>
                    <a:pt x="2514" y="1157"/>
                    <a:pt x="1210" y="942"/>
                    <a:pt x="1210" y="942"/>
                  </a:cubicBezTo>
                  <a:cubicBezTo>
                    <a:pt x="1210" y="942"/>
                    <a:pt x="1533" y="1815"/>
                    <a:pt x="565" y="2178"/>
                  </a:cubicBezTo>
                  <a:cubicBezTo>
                    <a:pt x="403" y="2246"/>
                    <a:pt x="202" y="2299"/>
                    <a:pt x="0" y="2367"/>
                  </a:cubicBezTo>
                  <a:lnTo>
                    <a:pt x="1761" y="4101"/>
                  </a:lnTo>
                  <a:cubicBezTo>
                    <a:pt x="2957" y="3657"/>
                    <a:pt x="3858" y="1627"/>
                    <a:pt x="3858" y="1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1542800" y="3864600"/>
              <a:ext cx="27575" cy="32600"/>
            </a:xfrm>
            <a:custGeom>
              <a:avLst/>
              <a:gdLst/>
              <a:ahLst/>
              <a:cxnLst/>
              <a:rect l="l" t="t" r="r" b="b"/>
              <a:pathLst>
                <a:path w="1103" h="1304" extrusionOk="0">
                  <a:moveTo>
                    <a:pt x="364" y="1304"/>
                  </a:moveTo>
                  <a:cubicBezTo>
                    <a:pt x="364" y="1304"/>
                    <a:pt x="1" y="1223"/>
                    <a:pt x="1" y="618"/>
                  </a:cubicBezTo>
                  <a:cubicBezTo>
                    <a:pt x="1" y="0"/>
                    <a:pt x="1103" y="470"/>
                    <a:pt x="364" y="1304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1876850" y="3847775"/>
              <a:ext cx="29600" cy="34975"/>
            </a:xfrm>
            <a:custGeom>
              <a:avLst/>
              <a:gdLst/>
              <a:ahLst/>
              <a:cxnLst/>
              <a:rect l="l" t="t" r="r" b="b"/>
              <a:pathLst>
                <a:path w="1184" h="1399" extrusionOk="0">
                  <a:moveTo>
                    <a:pt x="780" y="1399"/>
                  </a:moveTo>
                  <a:cubicBezTo>
                    <a:pt x="780" y="1399"/>
                    <a:pt x="1183" y="1291"/>
                    <a:pt x="1183" y="660"/>
                  </a:cubicBezTo>
                  <a:cubicBezTo>
                    <a:pt x="1183" y="1"/>
                    <a:pt x="0" y="485"/>
                    <a:pt x="780" y="1399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1618425" y="3890125"/>
              <a:ext cx="24875" cy="41700"/>
            </a:xfrm>
            <a:custGeom>
              <a:avLst/>
              <a:gdLst/>
              <a:ahLst/>
              <a:cxnLst/>
              <a:rect l="l" t="t" r="r" b="b"/>
              <a:pathLst>
                <a:path w="995" h="1668" extrusionOk="0">
                  <a:moveTo>
                    <a:pt x="551" y="1"/>
                  </a:moveTo>
                  <a:cubicBezTo>
                    <a:pt x="551" y="1"/>
                    <a:pt x="995" y="1667"/>
                    <a:pt x="0" y="1318"/>
                  </a:cubicBezTo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1790150" y="3864600"/>
              <a:ext cx="30250" cy="40675"/>
            </a:xfrm>
            <a:custGeom>
              <a:avLst/>
              <a:gdLst/>
              <a:ahLst/>
              <a:cxnLst/>
              <a:rect l="l" t="t" r="r" b="b"/>
              <a:pathLst>
                <a:path w="1210" h="1627" extrusionOk="0">
                  <a:moveTo>
                    <a:pt x="1143" y="0"/>
                  </a:moveTo>
                  <a:cubicBezTo>
                    <a:pt x="1143" y="0"/>
                    <a:pt x="0" y="1613"/>
                    <a:pt x="1210" y="1627"/>
                  </a:cubicBezTo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90" name="Google Shape;490;p36"/>
          <p:cNvCxnSpPr/>
          <p:nvPr/>
        </p:nvCxnSpPr>
        <p:spPr>
          <a:xfrm>
            <a:off x="4510200" y="3095668"/>
            <a:ext cx="4118100" cy="0"/>
          </a:xfrm>
          <a:prstGeom prst="straightConnector1">
            <a:avLst/>
          </a:prstGeom>
          <a:noFill/>
          <a:ln w="28575" cap="flat" cmpd="sng">
            <a:solidFill>
              <a:srgbClr val="11224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p36"/>
          <p:cNvSpPr txBox="1">
            <a:spLocks noGrp="1"/>
          </p:cNvSpPr>
          <p:nvPr>
            <p:ph type="ctrTitle" idx="2"/>
          </p:nvPr>
        </p:nvSpPr>
        <p:spPr>
          <a:xfrm>
            <a:off x="4445050" y="3095675"/>
            <a:ext cx="42417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Developed Using React JS</a:t>
            </a:r>
            <a:endParaRPr dirty="0"/>
          </a:p>
        </p:txBody>
      </p:sp>
      <p:sp>
        <p:nvSpPr>
          <p:cNvPr id="492" name="Google Shape;492;p36"/>
          <p:cNvSpPr txBox="1">
            <a:spLocks noGrp="1"/>
          </p:cNvSpPr>
          <p:nvPr>
            <p:ph type="ctrTitle"/>
          </p:nvPr>
        </p:nvSpPr>
        <p:spPr>
          <a:xfrm>
            <a:off x="4506849" y="1695088"/>
            <a:ext cx="4118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Status Tracker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45BB4-4B53-163E-9788-3F8B77342DCC}"/>
              </a:ext>
            </a:extLst>
          </p:cNvPr>
          <p:cNvSpPr txBox="1"/>
          <p:nvPr/>
        </p:nvSpPr>
        <p:spPr>
          <a:xfrm>
            <a:off x="79592" y="2448133"/>
            <a:ext cx="26060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FEDF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~ 12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No. ~ 13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 ~ K. Saanvi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2520030083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~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Ketana Sindhu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2520030487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 animBg="1"/>
      <p:bldP spid="426" grpId="0" animBg="1"/>
      <p:bldP spid="427" grpId="0" animBg="1"/>
      <p:bldP spid="428" grpId="0" animBg="1"/>
      <p:bldP spid="491" grpId="0"/>
      <p:bldP spid="492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8" name="Google Shape;498;p37"/>
          <p:cNvSpPr txBox="1">
            <a:spLocks noGrp="1"/>
          </p:cNvSpPr>
          <p:nvPr>
            <p:ph type="body" idx="1"/>
          </p:nvPr>
        </p:nvSpPr>
        <p:spPr>
          <a:xfrm>
            <a:off x="717525" y="1405053"/>
            <a:ext cx="7708800" cy="3154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Flight Status Tracker is a web-based application developed using React.js to help users access flight-related information through a simple and user-friendly interface. The project provides separate Home, Login, and Sign-Up pages with smooth navigation between them using React Router. The Home Page serves as the main landing page, while the Login and Sign-Up pages allow users to authenticate and create accounts. This project demonstrates the use of modern front-end development technologies such as React, JSX, CSS, Vite, and GitHub for creating responsive and interactive web applications. The application is designed with a clean interface and can be further extended with real-time flight tracking features in future versions.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/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/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/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/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/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/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/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/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/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/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/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/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/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/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/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9180693-0245-AC50-3D28-26DA3FD8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ECEC31DC-77D6-D1FC-F9EE-31ABFF871E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8" name="Google Shape;498;p37">
            <a:extLst>
              <a:ext uri="{FF2B5EF4-FFF2-40B4-BE49-F238E27FC236}">
                <a16:creationId xmlns:a16="http://schemas.microsoft.com/office/drawing/2014/main" id="{8977DCDC-4CD0-F7E9-AFD9-24BCA130F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525" y="1102625"/>
            <a:ext cx="7708800" cy="3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 often face difficulty in checking flight information quickly.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users easily access flight status and details through a responsive web application.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8E9FBC51-524E-AFEF-0752-50CB3D3999DB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9F70A4CE-BAF6-4E2D-15FB-DD1EB4C75ADF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07F029AC-DA2E-DD22-69E9-0990A999F70C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4012BD4B-D80B-148D-4895-D942757444A1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A6E6AA47-E096-AF24-3DA9-85CC08D9B8D6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0D4BE1FC-971C-7615-35A8-A937B8D5CFB8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349FA02D-D140-17E8-876D-F0E10A364B9C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9591A6D5-D6E4-4943-17BD-9C58C0FF53AE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BD0ECFD5-F5E8-FB04-46DE-5BD757A4A177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EF2FE727-0199-35B3-761C-24C7135CF6DF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9F5B44D6-BD07-A691-950C-06A375E7CA68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AA57688B-481C-DBAB-CB3E-8E2ECE0D8183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3D2C1D4E-DC08-840B-F120-024EBF95A771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0CB41687-76F8-F316-87D1-CC253A82CEE1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79A081B7-154D-4C26-5F27-367A1BBDEDFF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96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9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2A278E4-92FD-DF3B-D0D4-5AB68035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FFDD81DA-E473-8A86-EA23-F02D18740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D47E75D5-69E6-E8E0-BEA9-659CA7D9C324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3485A437-F6C0-17AA-3AAB-90BB8A2FD569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46185797-3936-EFA0-6CB4-AF6E517FF9CE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13BCF082-EC61-A620-4D1F-736F290779F4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E039D6B6-7922-08E0-4AE0-BCEAEA877BA4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0BE8BD6D-4E8E-B220-3C36-77CFE0CD715B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B85E8AD2-EC5C-B6A6-CDD7-B0BA85A32B1A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8C301875-33C6-B74A-A098-FEC7802BF9BE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05870D94-27D9-E770-6DBA-DF8E63C8ABB0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8CD3C743-3E8A-297D-C69D-62A4E3641735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ACACCE16-9152-3732-BF2A-AF2B0B242E5B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A4E9D781-E158-B445-0910-34C60155C112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10C24A6C-6FC8-D020-7866-B078ABECCB42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1D2EA89E-CB46-1276-641A-869C33D43084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3BE6FFD9-7C0D-40C3-97A6-3962B0AFF946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221680A-C777-F0E0-46E7-4CEB2B391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56" y="1426744"/>
            <a:ext cx="386997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React-based web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flight search functionality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multiple pages using routing </a:t>
            </a:r>
          </a:p>
        </p:txBody>
      </p:sp>
    </p:spTree>
    <p:extLst>
      <p:ext uri="{BB962C8B-B14F-4D97-AF65-F5344CB8AC3E}">
        <p14:creationId xmlns:p14="http://schemas.microsoft.com/office/powerpoint/2010/main" val="425024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6E76C78-DB2C-28D8-A41D-1DD5CF67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DD00AA3A-5E09-6C1D-B53F-EE41BBB5F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C16CC1D7-475C-2B9A-72F0-D28DDBADC662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09B66E87-C9D8-10B3-38D9-C3EEC3154F44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0AF54370-DE41-1401-2221-0595FD258CA4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3F8B846A-87B5-B515-7FE0-6849FCE71045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14B1D01B-0EF8-77AD-F6A7-FCD090D13023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4FAB7BD4-4D28-C899-8520-D03DA855EB71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A6130EEF-BA84-4C9F-C86A-414493721EAB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E15BFF19-A9FB-BF40-383B-8F8E444F6980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AE71DBEC-FE20-FF4E-76A2-7C68F9BF7FB6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335C3176-AD21-544A-2A0A-D6A74C8B9B67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D0DA5504-58BC-2AFC-47EC-D3F86EAE0C1E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2BFD24B4-EF1E-7A9A-FA31-6F0B2748DE50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A2B5E8A1-DFFE-D8BA-2D03-5B4F54CF53A1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E955214D-DF0E-5E67-0DE8-BFF30A84A1A6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F73F6F19-6D2A-3642-A8A6-0ECC7C5156E9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3F9DA56-EA8F-BC11-FA67-AE11A48E8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56" y="1288245"/>
            <a:ext cx="213231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</p:txBody>
      </p:sp>
    </p:spTree>
    <p:extLst>
      <p:ext uri="{BB962C8B-B14F-4D97-AF65-F5344CB8AC3E}">
        <p14:creationId xmlns:p14="http://schemas.microsoft.com/office/powerpoint/2010/main" val="32100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B87F562-3C9B-0093-F23E-9799EFE9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24EA5E0F-EFFF-9F42-CA83-9A6B0B096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255EF416-85F7-09B0-0FAD-986D74D369B4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449BB6F4-B638-1A31-A68B-8E9E7A87280B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4424C63F-597A-CEE8-FDB6-928E469C3869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5BAD38F8-EEC8-0F6A-EE5B-F93E19C0D340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2824C3BE-4384-E1BD-EE45-AA141E00CC96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C9B98F6E-41CC-7DEE-6676-6349C52E1CED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F6597E13-9880-677F-D4C7-DB150C3887E5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0036EEB2-246E-F954-56FE-9064A0A85D5A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25376CEA-BF7B-9F8F-29EE-B90B76640334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C7893404-00A9-868C-9750-7A18B2FF3FDC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8AD53301-7021-0B8B-C612-C60F342553E5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EAD8BCD2-617B-D3AF-2247-58B68F0EC989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0226E425-C1A8-8CBA-8A83-A751B11B2FA1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B48540BC-6B4B-1BD2-7FEC-C88D3F711DC1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298DB4A2-5511-77A4-5B5B-65869425FB01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3283F5-C91A-805B-1C24-E9EB037D1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00" y="1183461"/>
            <a:ext cx="188545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Search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Details Page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Signup Page </a:t>
            </a:r>
          </a:p>
        </p:txBody>
      </p:sp>
    </p:spTree>
    <p:extLst>
      <p:ext uri="{BB962C8B-B14F-4D97-AF65-F5344CB8AC3E}">
        <p14:creationId xmlns:p14="http://schemas.microsoft.com/office/powerpoint/2010/main" val="18685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488E478-32F6-63C9-DA75-5C09C9A2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C10696D1-5405-D10E-45BD-73BB20B9D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 Screenshot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B8C06751-3A42-0A27-5660-61B2A6392EFB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1669D356-6A33-B378-A2B4-6C0E11A243A7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3BE58CA5-9E77-8B2E-90EB-6D91C69578FC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91A3395B-8746-9365-77C0-674FAA83BCA7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17519E9B-3CDD-93B1-0161-2B97E36E2CDC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FC3B5C8D-36BB-CFFA-ECA5-EDE125B2FF48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F827FFDB-7CC5-245A-82F3-8382D9671836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AE391645-F3C6-AC05-B39E-AE354C071CB4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6705289F-185D-2DBE-D693-EC94AF420110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896E11B0-E42D-FAA5-38A7-2A0D4FD9575E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F64617A1-8A7A-38C8-14CE-5698DA91CEAC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CED2794F-D1CF-FDB6-1E35-76FA514D91E8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131AE03E-9035-7A39-9891-F9467FD62610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6C72DE41-E583-8806-7D40-B066BBC377CD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CB2B3C5E-A68C-2D2B-4051-F967E1C09CAE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4E91CA2-B0E9-1EE6-E605-941C20F98DD3}"/>
              </a:ext>
            </a:extLst>
          </p:cNvPr>
          <p:cNvSpPr txBox="1"/>
          <p:nvPr/>
        </p:nvSpPr>
        <p:spPr>
          <a:xfrm>
            <a:off x="869795" y="1129990"/>
            <a:ext cx="3523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187566-A29F-2D55-F40E-AB2046E93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32" y="1470561"/>
            <a:ext cx="6586654" cy="34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4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D408C6E-EAAA-C2AF-FD8B-08D2EDF0B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A96D6EA1-E4FD-B0A5-067A-D6DE54ECE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&amp; Signup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36A5F647-D772-6FCD-F542-955394A24E9F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18EF8877-A24A-16F5-8DD4-1759A7F78BD8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03138255-C7F3-DF18-ED7A-8F91843A58B0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2452C83A-651C-B41F-05FB-7C7141643683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31143C35-2678-C799-5F23-2D6F631F2C30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1E09E5D8-3194-69AD-4DBA-1A14941C0D1F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2950029D-D45F-08B4-24F2-FD6858F10957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691D83D3-87EC-D42C-6BC6-B186FFD47FC0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A61D2B59-B8B0-6C72-7361-4C0AABD6885B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92988722-DC71-07AA-4DF8-B5F3C87834C1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A1C82405-B6FA-D8B3-7505-87A3A86B1668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2263DD81-CEED-54E2-74FE-CDD427BC3F54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66DA96F0-3708-FA3E-94E8-6473516B66CD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32861220-7525-8665-7A06-8F6D7AD8C9E7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D736A870-2CAB-1025-C14A-10D225658BF8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47F49E2-59C3-3214-7804-2004F561F2E4}"/>
              </a:ext>
            </a:extLst>
          </p:cNvPr>
          <p:cNvSpPr txBox="1"/>
          <p:nvPr/>
        </p:nvSpPr>
        <p:spPr>
          <a:xfrm>
            <a:off x="1026757" y="1131941"/>
            <a:ext cx="1449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110025-5651-7FAD-B0C5-32CD0705DC5D}"/>
              </a:ext>
            </a:extLst>
          </p:cNvPr>
          <p:cNvSpPr txBox="1"/>
          <p:nvPr/>
        </p:nvSpPr>
        <p:spPr>
          <a:xfrm>
            <a:off x="5025483" y="1131941"/>
            <a:ext cx="1449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Signup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3C46D-272A-B4A7-0A24-9267E5FD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5" y="1801994"/>
            <a:ext cx="3779895" cy="2470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6A8294-2776-3E4A-200B-7FBEFF7FB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483" y="1801994"/>
            <a:ext cx="3780248" cy="247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8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" grpId="0" build="allAtOnce"/>
      <p:bldP spid="2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6A2CE9A-9397-4713-2DF5-070F8910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0878FFEE-A7F1-0442-699F-4CF54349A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Search &amp; Details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19343975-CAEA-885D-26B6-CC2366B5F63A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CBF26321-7026-1387-A21C-8513888DDA14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F1C23B23-9720-BCA0-3FA0-5C3AC18E238A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FBAB0741-8726-F087-61F8-53B0BCD8551E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594909A0-7DE0-348F-C094-CB9DBEA85EB9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504D8627-2554-AFF2-D6C5-53DB8E192D53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923C5134-2CE4-8275-F7D4-370E776C8AC5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FF4BA710-3BD0-19FA-FD11-805BC0A20711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29871500-0ACC-06F8-8BB6-992DBF20A03C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F0F74F6A-6B8D-3A31-97CC-36047CC4A033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BE8C1618-6BE9-4ECD-D47C-678D237A1F03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52DE0F37-A251-E4AA-B0CB-708C6527B0D7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8EDA1048-A5BA-EF36-7975-25B385F37404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63D77A74-2898-EBD0-5650-BC37A74520E4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079C497C-494A-E9B7-1414-89D40B2D0C8F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1DEB25-CE78-DCC9-7608-6468D9FE453F}"/>
              </a:ext>
            </a:extLst>
          </p:cNvPr>
          <p:cNvSpPr txBox="1"/>
          <p:nvPr/>
        </p:nvSpPr>
        <p:spPr>
          <a:xfrm>
            <a:off x="936703" y="1197569"/>
            <a:ext cx="1910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Search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7E29D-879D-C9A7-7E07-5469A8BE59E1}"/>
              </a:ext>
            </a:extLst>
          </p:cNvPr>
          <p:cNvSpPr txBox="1"/>
          <p:nvPr/>
        </p:nvSpPr>
        <p:spPr>
          <a:xfrm>
            <a:off x="5131659" y="1197569"/>
            <a:ext cx="1449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23336-4F77-8224-044F-DA153A37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5" y="1801994"/>
            <a:ext cx="3779895" cy="2470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F5D1E4-14FD-7D47-62F3-4D6D18C6B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299" y="1801994"/>
            <a:ext cx="3780248" cy="247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5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B2687EA-45F2-CB9E-18F9-4AD24912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93BA0F7B-193A-B626-6CD5-542CB4685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26EED242-9A20-2275-F2BC-2BEECE393735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9C685AA1-6178-6862-F2E8-B1EB64965D32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33319124-57E7-2AAA-58AA-05BAAE70348E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7306A400-A1CB-533C-D925-F4EAFA30EC4C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2800E011-012D-C2DF-65CE-6FB605BAA287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9A2ADF65-0C53-7BFC-F137-EFC41D4896FD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F1127871-C689-5C1A-267D-9A04E3FE94CD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0DE879D9-1388-E720-AF61-27D469D41A03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ABF194EF-3199-B847-F2E2-29BD769E00F6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D301D974-A17C-B492-300D-71BE1C234998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731B2176-22F5-426D-8F10-7D12045BE1F0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E60414FC-B222-FFDC-4F0B-FBF341CD56AF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F20FE9FB-5E89-0AC0-ADCF-DECC9C8BC740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F3C02355-F92C-74D1-B0DA-74E9EC86AB22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CBBF5AAE-12F3-F5FF-F724-156AD2CFA0E7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7E120B-AFB8-ACF5-5203-3317218DDEC5}"/>
              </a:ext>
            </a:extLst>
          </p:cNvPr>
          <p:cNvSpPr txBox="1"/>
          <p:nvPr/>
        </p:nvSpPr>
        <p:spPr>
          <a:xfrm>
            <a:off x="869795" y="1129990"/>
            <a:ext cx="3523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D71658-1619-9543-EA14-5F038D442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33" y="1468544"/>
            <a:ext cx="6586653" cy="343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27B3C5F-1CBF-0887-693E-53889C1F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867537E9-3985-B318-9EFF-08F9A45B8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056DB170-02BB-7A61-3006-5AC26699CF41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6A834354-0628-15B3-9E68-E984720A6559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55B6279F-6A34-76FC-D97C-3B6CAAA02FE1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FDD7FE8B-B9DD-41BA-FCA2-BB9DCBBE12A0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B6A78B06-02FB-772C-31C2-B4186DC489FD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57428B4F-2D98-43C7-196E-56C3153E3883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F63498EA-05B3-C1BD-0926-AF79711D1518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7C84F56F-7402-5679-1C0E-7B2A62C07DF9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A012A65D-29E9-44B4-8032-0852AD8A1BFD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DC81B32E-948E-F9F6-C39E-4FC5599DCDF1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8E044AFE-62F2-C0F5-249C-3CAAB3B48ED4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1D0433EC-66AC-9A51-27DE-DD556C7EACBE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7F522E85-A7B9-CA9A-C76C-8AA1F1CF1478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F8B1BD4B-4919-40E7-FDB1-92CACFDE1725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FD7D514B-8860-8269-B428-C02D6A220F68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DEC240A-183C-99A5-99A9-F88BFD2243B3}"/>
              </a:ext>
            </a:extLst>
          </p:cNvPr>
          <p:cNvSpPr txBox="1"/>
          <p:nvPr/>
        </p:nvSpPr>
        <p:spPr>
          <a:xfrm>
            <a:off x="788020" y="1174595"/>
            <a:ext cx="31892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Links:</a:t>
            </a:r>
          </a:p>
          <a:p>
            <a:r>
              <a:rPr lang="en-IN" dirty="0">
                <a:solidFill>
                  <a:schemeClr val="tx1"/>
                </a:solidFill>
              </a:rPr>
              <a:t>Saanvi</a:t>
            </a:r>
          </a:p>
          <a:p>
            <a:r>
              <a:rPr lang="en-IN" dirty="0">
                <a:solidFill>
                  <a:schemeClr val="tx1"/>
                </a:solidFill>
                <a:hlinkClick r:id="rId3"/>
              </a:rPr>
              <a:t>https://github.com/saanvikompelli-cmd/FEDF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4EBAD-11AB-C640-31CF-1ACFAEA207AE}"/>
              </a:ext>
            </a:extLst>
          </p:cNvPr>
          <p:cNvSpPr txBox="1"/>
          <p:nvPr/>
        </p:nvSpPr>
        <p:spPr>
          <a:xfrm>
            <a:off x="4668643" y="1390038"/>
            <a:ext cx="3598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0097A7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IN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https://github.com/ketanasindhusomisetty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05AF3-CC56-FAFC-6B46-EB9F9F9687D7}"/>
              </a:ext>
            </a:extLst>
          </p:cNvPr>
          <p:cNvSpPr txBox="1"/>
          <p:nvPr/>
        </p:nvSpPr>
        <p:spPr>
          <a:xfrm>
            <a:off x="4668643" y="1400600"/>
            <a:ext cx="1925444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Sindhu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25A8F9-8B64-3DE4-A278-79F3BCA62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643" y="2128702"/>
            <a:ext cx="4315507" cy="24700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5F2CA9-4418-6C80-93B2-004136823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07" y="2119942"/>
            <a:ext cx="4326493" cy="248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9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3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BE6D80-174B-973A-35E7-0453C832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2D6BDE3A-F7AB-0E6F-091B-D21DDB7AE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2C28440A-3621-9444-973B-BBC7FE40ED7F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37D1A077-45EF-E8B3-2A5A-EF67C9ADC4E4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14F2F79C-A584-1DE1-E32F-30AF8E0D4FA7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11FBFC00-DE40-B8FC-EBCA-7C93EA483560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D302FEA9-5E14-5ECC-4523-D586CB005999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BC738FD6-188B-B61A-EFEA-EAAD2C468E76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8D00DE13-6751-6F6A-B31E-09FFEB6763FF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5DC512A2-56BC-3571-447E-B7451B245C7C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5077BA61-56C9-0F4B-0CC1-0E68366B39E7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E6F66EB2-4711-F269-EA5D-EAC33B84201E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25C4A4C3-2093-C4C1-1FCF-3A101724099A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DB221777-0980-584C-2F6E-70F1A1630109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53DB6ADC-413D-CD9A-CDB9-19999518A15F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FDC87F25-C389-669C-876C-CD28D0F54B70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57D68A8D-AE9F-2E6B-5A2C-4CC5C0CFB7A8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8918F8B-8BB6-CA03-50EC-FBC0E4CA3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56" y="1303634"/>
            <a:ext cx="277031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Flight API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flight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mobile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390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52E6CC6-AEDF-93CF-27E7-B4503D38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>
            <a:extLst>
              <a:ext uri="{FF2B5EF4-FFF2-40B4-BE49-F238E27FC236}">
                <a16:creationId xmlns:a16="http://schemas.microsoft.com/office/drawing/2014/main" id="{BBEE7A1F-A249-D6EE-26BC-ED0003D57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800" dirty="0">
                <a:solidFill>
                  <a:schemeClr val="tx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800" dirty="0">
              <a:solidFill>
                <a:schemeClr val="tx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8" name="Google Shape;498;p37">
            <a:extLst>
              <a:ext uri="{FF2B5EF4-FFF2-40B4-BE49-F238E27FC236}">
                <a16:creationId xmlns:a16="http://schemas.microsoft.com/office/drawing/2014/main" id="{8A58165C-69EE-71A2-5EB9-D5B5B8C53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525" y="1375317"/>
            <a:ext cx="7708800" cy="3184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Flight Status Tracker project successfully demonstrates the implementation of a modern web application using React.js. The application includes a Home Page, Login Page, and Sign-Up Page with proper navigation and responsive design. Through this project, concepts such as component-based architecture, routing, user interface design, and version control using GitHub were applied effectively. The project fulfills the current development requirements and provides a strong foundation for future enhancements, including real-time flight status updates, user management, and advanced flight search functionalities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9" name="Google Shape;499;p37">
            <a:extLst>
              <a:ext uri="{FF2B5EF4-FFF2-40B4-BE49-F238E27FC236}">
                <a16:creationId xmlns:a16="http://schemas.microsoft.com/office/drawing/2014/main" id="{8251CF25-783F-282F-FB22-D2EF0ADB49F4}"/>
              </a:ext>
            </a:extLst>
          </p:cNvPr>
          <p:cNvGrpSpPr/>
          <p:nvPr/>
        </p:nvGrpSpPr>
        <p:grpSpPr>
          <a:xfrm>
            <a:off x="7636893" y="2346251"/>
            <a:ext cx="1507118" cy="838832"/>
            <a:chOff x="7636893" y="2346251"/>
            <a:chExt cx="1507118" cy="838832"/>
          </a:xfrm>
        </p:grpSpPr>
        <p:grpSp>
          <p:nvGrpSpPr>
            <p:cNvPr id="500" name="Google Shape;500;p37">
              <a:extLst>
                <a:ext uri="{FF2B5EF4-FFF2-40B4-BE49-F238E27FC236}">
                  <a16:creationId xmlns:a16="http://schemas.microsoft.com/office/drawing/2014/main" id="{D15A31AF-1ADB-829E-3E97-DC1B04F22CD0}"/>
                </a:ext>
              </a:extLst>
            </p:cNvPr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501" name="Google Shape;501;p37">
                <a:extLst>
                  <a:ext uri="{FF2B5EF4-FFF2-40B4-BE49-F238E27FC236}">
                    <a16:creationId xmlns:a16="http://schemas.microsoft.com/office/drawing/2014/main" id="{73751D14-FAAA-39DA-8D23-F2A5B766EBBF}"/>
                  </a:ext>
                </a:extLst>
              </p:cNvPr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7">
                <a:extLst>
                  <a:ext uri="{FF2B5EF4-FFF2-40B4-BE49-F238E27FC236}">
                    <a16:creationId xmlns:a16="http://schemas.microsoft.com/office/drawing/2014/main" id="{C5CF945E-57AC-4C5A-C420-53FA0663B98B}"/>
                  </a:ext>
                </a:extLst>
              </p:cNvPr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" name="Google Shape;503;p37">
              <a:extLst>
                <a:ext uri="{FF2B5EF4-FFF2-40B4-BE49-F238E27FC236}">
                  <a16:creationId xmlns:a16="http://schemas.microsoft.com/office/drawing/2014/main" id="{32315860-574A-8B7F-5313-5D5CDA558F9A}"/>
                </a:ext>
              </a:extLst>
            </p:cNvPr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504" name="Google Shape;504;p37">
                <a:extLst>
                  <a:ext uri="{FF2B5EF4-FFF2-40B4-BE49-F238E27FC236}">
                    <a16:creationId xmlns:a16="http://schemas.microsoft.com/office/drawing/2014/main" id="{2802FD23-D253-1F04-B715-B1BDD08BD64D}"/>
                  </a:ext>
                </a:extLst>
              </p:cNvPr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7">
                <a:extLst>
                  <a:ext uri="{FF2B5EF4-FFF2-40B4-BE49-F238E27FC236}">
                    <a16:creationId xmlns:a16="http://schemas.microsoft.com/office/drawing/2014/main" id="{B2832FDC-6CD3-E480-4593-2F33B4C153AB}"/>
                  </a:ext>
                </a:extLst>
              </p:cNvPr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>
                <a:extLst>
                  <a:ext uri="{FF2B5EF4-FFF2-40B4-BE49-F238E27FC236}">
                    <a16:creationId xmlns:a16="http://schemas.microsoft.com/office/drawing/2014/main" id="{0FBB976C-CE80-ED78-C4F5-68C606BF3498}"/>
                  </a:ext>
                </a:extLst>
              </p:cNvPr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7">
                <a:extLst>
                  <a:ext uri="{FF2B5EF4-FFF2-40B4-BE49-F238E27FC236}">
                    <a16:creationId xmlns:a16="http://schemas.microsoft.com/office/drawing/2014/main" id="{3937E30E-7799-4451-B965-FB9EB9645017}"/>
                  </a:ext>
                </a:extLst>
              </p:cNvPr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7">
                <a:extLst>
                  <a:ext uri="{FF2B5EF4-FFF2-40B4-BE49-F238E27FC236}">
                    <a16:creationId xmlns:a16="http://schemas.microsoft.com/office/drawing/2014/main" id="{1BB5B64A-1B8B-E6B2-43EB-17C0E873E074}"/>
                  </a:ext>
                </a:extLst>
              </p:cNvPr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7">
                <a:extLst>
                  <a:ext uri="{FF2B5EF4-FFF2-40B4-BE49-F238E27FC236}">
                    <a16:creationId xmlns:a16="http://schemas.microsoft.com/office/drawing/2014/main" id="{A2E9D06A-6CE7-04F6-9E49-45F0C8DC3DE7}"/>
                  </a:ext>
                </a:extLst>
              </p:cNvPr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7">
                <a:extLst>
                  <a:ext uri="{FF2B5EF4-FFF2-40B4-BE49-F238E27FC236}">
                    <a16:creationId xmlns:a16="http://schemas.microsoft.com/office/drawing/2014/main" id="{8451A67B-A10E-3F4F-5F6E-55AB41C50EC8}"/>
                  </a:ext>
                </a:extLst>
              </p:cNvPr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7">
                <a:extLst>
                  <a:ext uri="{FF2B5EF4-FFF2-40B4-BE49-F238E27FC236}">
                    <a16:creationId xmlns:a16="http://schemas.microsoft.com/office/drawing/2014/main" id="{A8C9E6B8-9EB1-AD59-FA9F-19BADDD43FE5}"/>
                  </a:ext>
                </a:extLst>
              </p:cNvPr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7">
                <a:extLst>
                  <a:ext uri="{FF2B5EF4-FFF2-40B4-BE49-F238E27FC236}">
                    <a16:creationId xmlns:a16="http://schemas.microsoft.com/office/drawing/2014/main" id="{0BACDEA7-5E13-5A24-2B3D-A573D3420F65}"/>
                  </a:ext>
                </a:extLst>
              </p:cNvPr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7">
                <a:extLst>
                  <a:ext uri="{FF2B5EF4-FFF2-40B4-BE49-F238E27FC236}">
                    <a16:creationId xmlns:a16="http://schemas.microsoft.com/office/drawing/2014/main" id="{41390E85-262F-9EDD-73F8-8F8330D7110B}"/>
                  </a:ext>
                </a:extLst>
              </p:cNvPr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809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/>
      <p:bldP spid="49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5"/>
          <p:cNvSpPr/>
          <p:nvPr/>
        </p:nvSpPr>
        <p:spPr>
          <a:xfrm>
            <a:off x="5167825" y="3545463"/>
            <a:ext cx="1987589" cy="315579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5"/>
          <p:cNvSpPr txBox="1">
            <a:spLocks noGrp="1"/>
          </p:cNvSpPr>
          <p:nvPr>
            <p:ph type="title"/>
          </p:nvPr>
        </p:nvSpPr>
        <p:spPr>
          <a:xfrm>
            <a:off x="1834500" y="1685553"/>
            <a:ext cx="5475000" cy="7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6" name="Google Shape;786;p45"/>
          <p:cNvSpPr/>
          <p:nvPr/>
        </p:nvSpPr>
        <p:spPr>
          <a:xfrm>
            <a:off x="3659850" y="338850"/>
            <a:ext cx="1675992" cy="234393"/>
          </a:xfrm>
          <a:custGeom>
            <a:avLst/>
            <a:gdLst/>
            <a:ahLst/>
            <a:cxnLst/>
            <a:rect l="l" t="t" r="r" b="b"/>
            <a:pathLst>
              <a:path w="50217" h="7023" extrusionOk="0">
                <a:moveTo>
                  <a:pt x="25108" y="1"/>
                </a:moveTo>
                <a:cubicBezTo>
                  <a:pt x="21300" y="1"/>
                  <a:pt x="17492" y="1237"/>
                  <a:pt x="15020" y="3709"/>
                </a:cubicBezTo>
                <a:cubicBezTo>
                  <a:pt x="13484" y="2533"/>
                  <a:pt x="12160" y="2071"/>
                  <a:pt x="10986" y="2071"/>
                </a:cubicBezTo>
                <a:cubicBezTo>
                  <a:pt x="8931" y="2071"/>
                  <a:pt x="7332" y="3485"/>
                  <a:pt x="5853" y="4965"/>
                </a:cubicBezTo>
                <a:cubicBezTo>
                  <a:pt x="5079" y="4711"/>
                  <a:pt x="4398" y="4607"/>
                  <a:pt x="3800" y="4607"/>
                </a:cubicBezTo>
                <a:cubicBezTo>
                  <a:pt x="934" y="4607"/>
                  <a:pt x="0" y="7023"/>
                  <a:pt x="0" y="7023"/>
                </a:cubicBezTo>
                <a:lnTo>
                  <a:pt x="50216" y="7023"/>
                </a:lnTo>
                <a:cubicBezTo>
                  <a:pt x="50216" y="7023"/>
                  <a:pt x="49283" y="4607"/>
                  <a:pt x="46416" y="4607"/>
                </a:cubicBezTo>
                <a:cubicBezTo>
                  <a:pt x="45819" y="4607"/>
                  <a:pt x="45137" y="4711"/>
                  <a:pt x="44363" y="4965"/>
                </a:cubicBezTo>
                <a:cubicBezTo>
                  <a:pt x="42884" y="3485"/>
                  <a:pt x="41285" y="2071"/>
                  <a:pt x="39230" y="2071"/>
                </a:cubicBezTo>
                <a:cubicBezTo>
                  <a:pt x="38056" y="2071"/>
                  <a:pt x="36732" y="2533"/>
                  <a:pt x="35197" y="3709"/>
                </a:cubicBezTo>
                <a:cubicBezTo>
                  <a:pt x="32725" y="1237"/>
                  <a:pt x="28916" y="1"/>
                  <a:pt x="25108" y="1"/>
                </a:cubicBezTo>
                <a:close/>
              </a:path>
            </a:pathLst>
          </a:custGeom>
          <a:gradFill>
            <a:gsLst>
              <a:gs pos="0">
                <a:srgbClr val="FEFAF9">
                  <a:alpha val="18823"/>
                </a:srgbClr>
              </a:gs>
              <a:gs pos="100000">
                <a:srgbClr val="FEFAF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7" name="Google Shape;787;p45"/>
          <p:cNvGrpSpPr/>
          <p:nvPr/>
        </p:nvGrpSpPr>
        <p:grpSpPr>
          <a:xfrm flipH="1">
            <a:off x="6573143" y="3971151"/>
            <a:ext cx="1507118" cy="838832"/>
            <a:chOff x="7636893" y="2346251"/>
            <a:chExt cx="1507118" cy="838832"/>
          </a:xfrm>
        </p:grpSpPr>
        <p:grpSp>
          <p:nvGrpSpPr>
            <p:cNvPr id="788" name="Google Shape;788;p45"/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789" name="Google Shape;789;p45"/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5"/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1" name="Google Shape;791;p45"/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792" name="Google Shape;792;p45"/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5"/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5"/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5"/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5"/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5"/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5"/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5"/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5"/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" grpId="0" animBg="1"/>
      <p:bldP spid="784" grpId="0"/>
      <p:bldP spid="786" grpId="0" animBg="1"/>
    </p:bldLst>
  </p:timing>
</p:sld>
</file>

<file path=ppt/theme/theme1.xml><?xml version="1.0" encoding="utf-8"?>
<a:theme xmlns:a="http://schemas.openxmlformats.org/drawingml/2006/main" name="Airplane History Thesis by Slidesgo">
  <a:themeElements>
    <a:clrScheme name="Simple Light">
      <a:dk1>
        <a:srgbClr val="213363"/>
      </a:dk1>
      <a:lt1>
        <a:srgbClr val="FFFFFF"/>
      </a:lt1>
      <a:dk2>
        <a:srgbClr val="9AB3E3"/>
      </a:dk2>
      <a:lt2>
        <a:srgbClr val="4A6CAF"/>
      </a:lt2>
      <a:accent1>
        <a:srgbClr val="304F9B"/>
      </a:accent1>
      <a:accent2>
        <a:srgbClr val="B9C5BC"/>
      </a:accent2>
      <a:accent3>
        <a:srgbClr val="677DB7"/>
      </a:accent3>
      <a:accent4>
        <a:srgbClr val="11224E"/>
      </a:accent4>
      <a:accent5>
        <a:srgbClr val="DFDBDB"/>
      </a:accent5>
      <a:accent6>
        <a:srgbClr val="FDEADF"/>
      </a:accent6>
      <a:hlink>
        <a:srgbClr val="2133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394</Words>
  <Application>Microsoft Office PowerPoint</Application>
  <PresentationFormat>On-screen Show (16:9)</PresentationFormat>
  <Paragraphs>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Raleway</vt:lpstr>
      <vt:lpstr>Roboto Condensed Light</vt:lpstr>
      <vt:lpstr>Arial</vt:lpstr>
      <vt:lpstr>Limelight</vt:lpstr>
      <vt:lpstr>Airplane History Thesis by Slidesgo</vt:lpstr>
      <vt:lpstr>Developed Using React JS</vt:lpstr>
      <vt:lpstr>Introduction</vt:lpstr>
      <vt:lpstr>Problem Statement</vt:lpstr>
      <vt:lpstr>Objectives</vt:lpstr>
      <vt:lpstr>Technologies Used</vt:lpstr>
      <vt:lpstr>Modules Implemented</vt:lpstr>
      <vt:lpstr>Home Page Screenshot</vt:lpstr>
      <vt:lpstr>Login &amp; Signup</vt:lpstr>
      <vt:lpstr>Flight Search &amp; Details</vt:lpstr>
      <vt:lpstr>Contact Page</vt:lpstr>
      <vt:lpstr>GitHub Repository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sindhu somisetty</cp:lastModifiedBy>
  <cp:revision>2</cp:revision>
  <dcterms:modified xsi:type="dcterms:W3CDTF">2026-05-30T11:59:47Z</dcterms:modified>
</cp:coreProperties>
</file>